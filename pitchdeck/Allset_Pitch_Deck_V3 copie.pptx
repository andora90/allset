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5" r:id="rId7"/>
    <p:sldId id="267" r:id="rId8"/>
    <p:sldId id="266" r:id="rId9"/>
    <p:sldId id="261" r:id="rId10"/>
    <p:sldId id="262" r:id="rId11"/>
    <p:sldId id="263" r:id="rId12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0" d="100"/>
          <a:sy n="80" d="100"/>
        </p:scale>
        <p:origin x="24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285053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Allset repense l'organisation du voyage famille — du problème concret à la solution évidente. Pitch investisseurs 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à 4 voyages par an. Notes iPhone + Google Sheets + emails perdus. Zéro structure, tout repart de zéro. Et c'est toujours Marie qui porte.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Marie, 35-45 ans, CSP+, cadre active, 2 enfants. Chief Travel Officer du foyer par défaut — rôle non choisi, non partagé. Irritants : repartir de zéro, tout dans la tête, ne peut pas déléguer.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Trois irritants structurels. 1/ Repartir de zéro — l'ossature n'est jamais mémorisée. 2/ Tout dans la tête — le partenaire n'a aucune visibilité. 3/ Impossible à déléguer — partager crée plus de friction qu'il n'en résout.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Allset : un moule de voyage réutilisable. Il génère automatiquement les checklists par type d'étape. Un seul écran pour l'état de l'organisation. Un lien pour partager sans téléchargement.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V1 MVP : valider que Marie utilise Allset à la place de ses Notes iPhone. V2 : rétention avec templates réutilisables et délégation. V3 : automatisation poussée, import email.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B88BB0-2764-1278-055E-E7D816319F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9EBC983-4924-8869-284B-E86DF231C8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A683707-023C-76C6-6C05-5DF7A3830E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L'ambition : Allset devient la référence pour l'organisation famille en voyage. Modèle freemium, viralité organique — chaque lien partagé est une invitation.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A80A0E-91C4-ABC7-9F2A-BAFBF212743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9308916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L'ambition : Allset devient la référence pour l'organisation famille en voyage. Modèle freemium, viralité organique — chaque lien partagé est une invitation.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Trois gestes : créer le voyage, laisser Allset générer les checklists automatiquement, partager en un lien. Valeur dès la première étape — sans template, sans configuration préalable.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moment aha : Marie ajoute 'Vol Paris → Barcelone'. Allset génère instantanément 8 items — dont 2 qu'elle aurait oubliés. Valeur perçue dès la première étape, sans configuration.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Trois écrans : le dashboard voyage avec statut de chaque étape, la checklist détaillée auto-générée, et la vue partenaire accessible par lien — sans téléchargement.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://www.linkedin.com/in/ando-rakotoarimanana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c39f0219-601d-4a3f-87fe-5e421a9e1b26.claudeusercontent.com/cdn-cgi/l/email-protection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17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982450" y="847725"/>
            <a:ext cx="8591550" cy="8591550"/>
          </a:xfrm>
          <a:prstGeom prst="ellipse">
            <a:avLst/>
          </a:prstGeom>
          <a:ln w="9525">
            <a:solidFill>
              <a:srgbClr val="C4BBAF">
                <a:alpha val="5000"/>
              </a:srgbClr>
            </a:solidFill>
            <a:prstDash val="solid"/>
          </a:ln>
        </p:spPr>
        <p:txBody>
          <a:bodyPr/>
          <a:lstStyle/>
          <a:p>
            <a:endParaRPr lang="fr-FR" noProof="1"/>
          </a:p>
        </p:txBody>
      </p:sp>
      <p:sp>
        <p:nvSpPr>
          <p:cNvPr id="3" name="Shape 1"/>
          <p:cNvSpPr/>
          <p:nvPr/>
        </p:nvSpPr>
        <p:spPr>
          <a:xfrm>
            <a:off x="13506450" y="2085975"/>
            <a:ext cx="6115050" cy="6115050"/>
          </a:xfrm>
          <a:prstGeom prst="ellipse">
            <a:avLst/>
          </a:prstGeom>
          <a:ln w="9525">
            <a:solidFill>
              <a:srgbClr val="8D5B4C">
                <a:alpha val="9000"/>
              </a:srgbClr>
            </a:solidFill>
            <a:prstDash val="solid"/>
          </a:ln>
        </p:spPr>
        <p:txBody>
          <a:bodyPr/>
          <a:lstStyle/>
          <a:p>
            <a:endParaRPr lang="fr-FR" noProof="1"/>
          </a:p>
        </p:txBody>
      </p:sp>
      <p:sp>
        <p:nvSpPr>
          <p:cNvPr id="5" name="Text 3"/>
          <p:cNvSpPr/>
          <p:nvPr/>
        </p:nvSpPr>
        <p:spPr>
          <a:xfrm>
            <a:off x="14326046" y="809625"/>
            <a:ext cx="3100849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fr-FR" sz="1800" kern="0" spc="225" noProof="1">
                <a:solidFill>
                  <a:srgbClr val="F5F0E8">
                    <a:alpha val="18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CONFIDENTIEL · 2026</a:t>
            </a:r>
            <a:endParaRPr lang="fr-FR" sz="1800" noProof="1"/>
          </a:p>
        </p:txBody>
      </p:sp>
      <p:sp>
        <p:nvSpPr>
          <p:cNvPr id="6" name="Text 4"/>
          <p:cNvSpPr/>
          <p:nvPr/>
        </p:nvSpPr>
        <p:spPr>
          <a:xfrm>
            <a:off x="1143000" y="2821781"/>
            <a:ext cx="104775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fr-FR" sz="1800" kern="0" spc="375" noProof="1">
                <a:solidFill>
                  <a:srgbClr val="C4BBAF">
                    <a:alpha val="55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PRESENTATION PROJET</a:t>
            </a:r>
            <a:endParaRPr lang="fr-FR" sz="1800" noProof="1"/>
          </a:p>
        </p:txBody>
      </p:sp>
      <p:sp>
        <p:nvSpPr>
          <p:cNvPr id="7" name="Text 5"/>
          <p:cNvSpPr/>
          <p:nvPr/>
        </p:nvSpPr>
        <p:spPr>
          <a:xfrm>
            <a:off x="1142999" y="3498056"/>
            <a:ext cx="11867147" cy="2171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fr-FR" sz="8400" i="1" kern="0" spc="-75" noProof="1">
                <a:solidFill>
                  <a:srgbClr val="F5F0E8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Le voyage famille, réinventé.</a:t>
            </a:r>
            <a:endParaRPr lang="fr-FR" sz="8400" noProof="1"/>
          </a:p>
        </p:txBody>
      </p:sp>
      <p:sp>
        <p:nvSpPr>
          <p:cNvPr id="8" name="Shape 6"/>
          <p:cNvSpPr/>
          <p:nvPr/>
        </p:nvSpPr>
        <p:spPr>
          <a:xfrm>
            <a:off x="1143000" y="6050756"/>
            <a:ext cx="495300" cy="14288"/>
          </a:xfrm>
          <a:prstGeom prst="rect">
            <a:avLst/>
          </a:prstGeom>
          <a:solidFill>
            <a:srgbClr val="8D5B4C"/>
          </a:solidFill>
          <a:ln/>
        </p:spPr>
        <p:txBody>
          <a:bodyPr/>
          <a:lstStyle/>
          <a:p>
            <a:endParaRPr lang="fr-FR" noProof="1"/>
          </a:p>
        </p:txBody>
      </p:sp>
      <p:sp>
        <p:nvSpPr>
          <p:cNvPr id="9" name="Text 7"/>
          <p:cNvSpPr/>
          <p:nvPr/>
        </p:nvSpPr>
        <p:spPr>
          <a:xfrm>
            <a:off x="1143000" y="6484144"/>
            <a:ext cx="5690235" cy="1104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75000"/>
              </a:lnSpc>
              <a:buNone/>
            </a:pPr>
            <a:r>
              <a:rPr lang="fr-FR" sz="2400" noProof="1">
                <a:solidFill>
                  <a:srgbClr val="F5F0E8">
                    <a:alpha val="42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Application mobile d'organisation voyage pour les familles actives.</a:t>
            </a:r>
            <a:endParaRPr lang="fr-FR" sz="2400" noProof="1"/>
          </a:p>
        </p:txBody>
      </p:sp>
      <p:sp>
        <p:nvSpPr>
          <p:cNvPr id="10" name="Shape 8"/>
          <p:cNvSpPr/>
          <p:nvPr/>
        </p:nvSpPr>
        <p:spPr>
          <a:xfrm>
            <a:off x="1143000" y="9220200"/>
            <a:ext cx="16002000" cy="9525"/>
          </a:xfrm>
          <a:prstGeom prst="rect">
            <a:avLst/>
          </a:prstGeom>
          <a:solidFill>
            <a:srgbClr val="C4BBAF">
              <a:alpha val="10000"/>
            </a:srgbClr>
          </a:solidFill>
          <a:ln/>
        </p:spPr>
        <p:txBody>
          <a:bodyPr/>
          <a:lstStyle/>
          <a:p>
            <a:endParaRPr lang="fr-FR" noProof="1"/>
          </a:p>
        </p:txBody>
      </p:sp>
      <p:sp>
        <p:nvSpPr>
          <p:cNvPr id="11" name="Text 9"/>
          <p:cNvSpPr/>
          <p:nvPr/>
        </p:nvSpPr>
        <p:spPr>
          <a:xfrm>
            <a:off x="1143000" y="9420225"/>
            <a:ext cx="99506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fr-FR" sz="1800" kern="0" spc="188" noProof="1">
                <a:solidFill>
                  <a:srgbClr val="F5F0E8">
                    <a:alpha val="18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ALLSET</a:t>
            </a:r>
            <a:endParaRPr lang="fr-FR" sz="1800" noProof="1"/>
          </a:p>
        </p:txBody>
      </p:sp>
      <p:sp>
        <p:nvSpPr>
          <p:cNvPr id="12" name="Text 10"/>
          <p:cNvSpPr/>
          <p:nvPr/>
        </p:nvSpPr>
        <p:spPr>
          <a:xfrm>
            <a:off x="16607730" y="9420225"/>
            <a:ext cx="61347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fr-FR" sz="1800" noProof="1">
                <a:solidFill>
                  <a:srgbClr val="F5F0E8">
                    <a:alpha val="13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01 · 11</a:t>
            </a:r>
            <a:endParaRPr lang="fr-FR" sz="1800" noProof="1"/>
          </a:p>
        </p:txBody>
      </p:sp>
      <p:sp>
        <p:nvSpPr>
          <p:cNvPr id="13" name="Text 1">
            <a:extLst>
              <a:ext uri="{FF2B5EF4-FFF2-40B4-BE49-F238E27FC236}">
                <a16:creationId xmlns:a16="http://schemas.microsoft.com/office/drawing/2014/main" id="{CECF5480-0B90-B074-EBD5-27253DBCF3B0}"/>
              </a:ext>
            </a:extLst>
          </p:cNvPr>
          <p:cNvSpPr/>
          <p:nvPr/>
        </p:nvSpPr>
        <p:spPr>
          <a:xfrm>
            <a:off x="1143000" y="762000"/>
            <a:ext cx="160020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fr-FR" sz="2400" i="1" noProof="1">
                <a:solidFill>
                  <a:srgbClr val="F5F0E8">
                    <a:alpha val="28000"/>
                  </a:srgbClr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allset</a:t>
            </a:r>
            <a:endParaRPr lang="fr-FR" sz="2400" noProof="1"/>
          </a:p>
        </p:txBody>
      </p:sp>
      <p:sp>
        <p:nvSpPr>
          <p:cNvPr id="4" name="Text 7">
            <a:extLst>
              <a:ext uri="{FF2B5EF4-FFF2-40B4-BE49-F238E27FC236}">
                <a16:creationId xmlns:a16="http://schemas.microsoft.com/office/drawing/2014/main" id="{D49BE1B4-52BA-4FC3-D91E-289AC0048A62}"/>
              </a:ext>
            </a:extLst>
          </p:cNvPr>
          <p:cNvSpPr/>
          <p:nvPr/>
        </p:nvSpPr>
        <p:spPr>
          <a:xfrm>
            <a:off x="1120140" y="8008144"/>
            <a:ext cx="10221628" cy="1104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75000"/>
              </a:lnSpc>
            </a:pPr>
            <a:r>
              <a:rPr lang="fr-FR" sz="2200" b="1" noProof="1">
                <a:solidFill>
                  <a:schemeClr val="bg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 Ando Rakotoarimanana / </a:t>
            </a:r>
            <a:r>
              <a:rPr lang="fr-FR" sz="2200" b="1" noProof="1">
                <a:solidFill>
                  <a:schemeClr val="bg1"/>
                </a:solidFill>
                <a:latin typeface="DM Sans" pitchFamily="34" charset="0"/>
                <a:ea typeface="DM Sans" pitchFamily="34" charset="-122"/>
                <a:cs typeface="DM Sans" pitchFamily="34" charset="-120"/>
                <a:hlinkClick r:id="rId3"/>
              </a:rPr>
              <a:t>Linkedin</a:t>
            </a:r>
            <a:endParaRPr lang="fr-FR" sz="2200" b="1" noProof="1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C17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5">
            <a:extLst>
              <a:ext uri="{FF2B5EF4-FFF2-40B4-BE49-F238E27FC236}">
                <a16:creationId xmlns:a16="http://schemas.microsoft.com/office/drawing/2014/main" id="{09D398AF-EE8F-A91C-6354-048EFBF49ACB}"/>
              </a:ext>
            </a:extLst>
          </p:cNvPr>
          <p:cNvSpPr/>
          <p:nvPr/>
        </p:nvSpPr>
        <p:spPr>
          <a:xfrm>
            <a:off x="1143000" y="3498056"/>
            <a:ext cx="9797716" cy="2171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fr-FR" sz="8400" i="1" kern="0" spc="-75" noProof="1">
                <a:solidFill>
                  <a:srgbClr val="F5F0E8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Elle recommence à zéro, à chaque voyage</a:t>
            </a:r>
            <a:endParaRPr lang="fr-FR" sz="8400" noProof="1"/>
          </a:p>
        </p:txBody>
      </p:sp>
      <p:sp>
        <p:nvSpPr>
          <p:cNvPr id="2" name="Text 0"/>
          <p:cNvSpPr/>
          <p:nvPr/>
        </p:nvSpPr>
        <p:spPr>
          <a:xfrm>
            <a:off x="16108263" y="6096000"/>
            <a:ext cx="1769060" cy="403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fr-FR" sz="31500" b="1" noProof="1">
                <a:solidFill>
                  <a:srgbClr val="F5F0E8">
                    <a:alpha val="2000"/>
                  </a:srgbClr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2</a:t>
            </a:r>
            <a:endParaRPr lang="fr-FR" sz="31500" noProof="1"/>
          </a:p>
        </p:txBody>
      </p:sp>
      <p:sp>
        <p:nvSpPr>
          <p:cNvPr id="3" name="Text 1"/>
          <p:cNvSpPr/>
          <p:nvPr/>
        </p:nvSpPr>
        <p:spPr>
          <a:xfrm>
            <a:off x="1143000" y="762000"/>
            <a:ext cx="160020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fr-FR" sz="2400" i="1" noProof="1">
                <a:solidFill>
                  <a:srgbClr val="F5F0E8">
                    <a:alpha val="28000"/>
                  </a:srgbClr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allset</a:t>
            </a:r>
            <a:endParaRPr lang="fr-FR" sz="2400" noProof="1"/>
          </a:p>
        </p:txBody>
      </p:sp>
      <p:sp>
        <p:nvSpPr>
          <p:cNvPr id="4" name="Text 2"/>
          <p:cNvSpPr/>
          <p:nvPr/>
        </p:nvSpPr>
        <p:spPr>
          <a:xfrm>
            <a:off x="15243423" y="800100"/>
            <a:ext cx="209173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fr-FR" sz="1800" kern="0" spc="300" noProof="1">
                <a:solidFill>
                  <a:srgbClr val="F5F0E8">
                    <a:alpha val="18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LE PROBLÈME</a:t>
            </a:r>
            <a:endParaRPr lang="fr-FR" sz="1800" noProof="1"/>
          </a:p>
        </p:txBody>
      </p:sp>
      <p:sp>
        <p:nvSpPr>
          <p:cNvPr id="5" name="Text 3"/>
          <p:cNvSpPr/>
          <p:nvPr/>
        </p:nvSpPr>
        <p:spPr>
          <a:xfrm>
            <a:off x="11233484" y="1852612"/>
            <a:ext cx="108966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endParaRPr lang="fr-FR" sz="1800" noProof="1"/>
          </a:p>
        </p:txBody>
      </p:sp>
      <p:sp>
        <p:nvSpPr>
          <p:cNvPr id="9" name="Shape 7"/>
          <p:cNvSpPr/>
          <p:nvPr/>
        </p:nvSpPr>
        <p:spPr>
          <a:xfrm>
            <a:off x="1143000" y="9220200"/>
            <a:ext cx="16002000" cy="9525"/>
          </a:xfrm>
          <a:prstGeom prst="rect">
            <a:avLst/>
          </a:prstGeom>
          <a:solidFill>
            <a:srgbClr val="C4BBAF">
              <a:alpha val="10000"/>
            </a:srgbClr>
          </a:solidFill>
          <a:ln/>
        </p:spPr>
        <p:txBody>
          <a:bodyPr/>
          <a:lstStyle/>
          <a:p>
            <a:endParaRPr lang="fr-FR" noProof="1"/>
          </a:p>
        </p:txBody>
      </p:sp>
      <p:sp>
        <p:nvSpPr>
          <p:cNvPr id="10" name="Text 8"/>
          <p:cNvSpPr/>
          <p:nvPr/>
        </p:nvSpPr>
        <p:spPr>
          <a:xfrm>
            <a:off x="1143000" y="9420225"/>
            <a:ext cx="99506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fr-FR" sz="1800" kern="0" spc="188" noProof="1">
                <a:solidFill>
                  <a:srgbClr val="F5F0E8">
                    <a:alpha val="18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ALLSET</a:t>
            </a:r>
            <a:endParaRPr lang="fr-FR" sz="1800" noProof="1"/>
          </a:p>
        </p:txBody>
      </p:sp>
      <p:sp>
        <p:nvSpPr>
          <p:cNvPr id="11" name="Text 9"/>
          <p:cNvSpPr/>
          <p:nvPr/>
        </p:nvSpPr>
        <p:spPr>
          <a:xfrm>
            <a:off x="16549687" y="9420225"/>
            <a:ext cx="671513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fr-FR" sz="1800" noProof="1">
                <a:solidFill>
                  <a:srgbClr val="F5F0E8">
                    <a:alpha val="13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02 · 11</a:t>
            </a:r>
            <a:endParaRPr lang="fr-FR" sz="1800" noProof="1"/>
          </a:p>
        </p:txBody>
      </p:sp>
      <p:sp>
        <p:nvSpPr>
          <p:cNvPr id="12" name="Text 4">
            <a:extLst>
              <a:ext uri="{FF2B5EF4-FFF2-40B4-BE49-F238E27FC236}">
                <a16:creationId xmlns:a16="http://schemas.microsoft.com/office/drawing/2014/main" id="{B93F353E-79AF-2B71-D370-9C652796CB35}"/>
              </a:ext>
            </a:extLst>
          </p:cNvPr>
          <p:cNvSpPr/>
          <p:nvPr/>
        </p:nvSpPr>
        <p:spPr>
          <a:xfrm>
            <a:off x="1143000" y="2821781"/>
            <a:ext cx="104775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fr-FR" kern="0" spc="375" noProof="1">
                <a:solidFill>
                  <a:srgbClr val="8D5B4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01 — LE CONSTAT</a:t>
            </a:r>
            <a:endParaRPr lang="fr-FR" noProof="1"/>
          </a:p>
        </p:txBody>
      </p:sp>
      <p:sp>
        <p:nvSpPr>
          <p:cNvPr id="14" name="Shape 6">
            <a:extLst>
              <a:ext uri="{FF2B5EF4-FFF2-40B4-BE49-F238E27FC236}">
                <a16:creationId xmlns:a16="http://schemas.microsoft.com/office/drawing/2014/main" id="{A89A6565-E065-C311-F6F8-75F88EE9F1E4}"/>
              </a:ext>
            </a:extLst>
          </p:cNvPr>
          <p:cNvSpPr/>
          <p:nvPr/>
        </p:nvSpPr>
        <p:spPr>
          <a:xfrm>
            <a:off x="1143000" y="6050756"/>
            <a:ext cx="495300" cy="14288"/>
          </a:xfrm>
          <a:prstGeom prst="rect">
            <a:avLst/>
          </a:prstGeom>
          <a:solidFill>
            <a:srgbClr val="8D5B4C"/>
          </a:solidFill>
          <a:ln/>
        </p:spPr>
        <p:txBody>
          <a:bodyPr/>
          <a:lstStyle/>
          <a:p>
            <a:endParaRPr lang="fr-FR" noProof="1"/>
          </a:p>
        </p:txBody>
      </p:sp>
      <p:sp>
        <p:nvSpPr>
          <p:cNvPr id="15" name="Text 7">
            <a:extLst>
              <a:ext uri="{FF2B5EF4-FFF2-40B4-BE49-F238E27FC236}">
                <a16:creationId xmlns:a16="http://schemas.microsoft.com/office/drawing/2014/main" id="{0E682B9E-5A16-F743-3EA2-FF8025D7AA6A}"/>
              </a:ext>
            </a:extLst>
          </p:cNvPr>
          <p:cNvSpPr/>
          <p:nvPr/>
        </p:nvSpPr>
        <p:spPr>
          <a:xfrm>
            <a:off x="1143000" y="6484144"/>
            <a:ext cx="8353926" cy="1104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200" b="0" i="0" u="none" strike="noStrike" kern="1200" cap="none" spc="0" normalizeH="0" baseline="0" noProof="1">
                <a:ln>
                  <a:noFill/>
                </a:ln>
                <a:solidFill>
                  <a:srgbClr val="F5F0E8">
                    <a:alpha val="45000"/>
                  </a:srgbClr>
                </a:solidFill>
                <a:effectLst/>
                <a:uLnTx/>
                <a:uFillTx/>
                <a:latin typeface="DM Sans" pitchFamily="34" charset="0"/>
                <a:ea typeface="DM Sans" pitchFamily="34" charset="-122"/>
                <a:cs typeface="DM Sans" pitchFamily="34" charset="-120"/>
              </a:rPr>
              <a:t>Marie porte seule l'organisation complète de chaque voyage — dans sa tête, sur des Notes iPhone, un Google Sheet recrée à chaque séjour. Trois outils, zéro structure, aucune possibilité de déléguer.</a:t>
            </a:r>
            <a:endParaRPr kumimoji="0" lang="fr-FR" sz="2200" b="0" i="0" u="none" strike="noStrike" kern="1200" cap="none" spc="0" normalizeH="0" baseline="0" noProof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966775" y="0"/>
            <a:ext cx="4334247" cy="537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fr-FR" sz="40000" b="1" i="1" noProof="1">
                <a:solidFill>
                  <a:srgbClr val="1C1714">
                    <a:alpha val="2000"/>
                  </a:srgbClr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M</a:t>
            </a:r>
            <a:endParaRPr lang="fr-FR" sz="40000" noProof="1"/>
          </a:p>
        </p:txBody>
      </p:sp>
      <p:sp>
        <p:nvSpPr>
          <p:cNvPr id="3" name="Text 1"/>
          <p:cNvSpPr/>
          <p:nvPr/>
        </p:nvSpPr>
        <p:spPr>
          <a:xfrm>
            <a:off x="1142999" y="762000"/>
            <a:ext cx="1491413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fr-FR" sz="2400" i="1" noProof="1">
                <a:solidFill>
                  <a:srgbClr val="1C1714">
                    <a:alpha val="28000"/>
                  </a:srgbClr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allset</a:t>
            </a:r>
            <a:endParaRPr lang="fr-FR" sz="2400" noProof="1"/>
          </a:p>
        </p:txBody>
      </p:sp>
      <p:sp>
        <p:nvSpPr>
          <p:cNvPr id="4" name="Text 2"/>
          <p:cNvSpPr/>
          <p:nvPr/>
        </p:nvSpPr>
        <p:spPr>
          <a:xfrm>
            <a:off x="15420529" y="800100"/>
            <a:ext cx="1896919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fr-FR" sz="1800" kern="0" spc="300" noProof="1">
                <a:solidFill>
                  <a:srgbClr val="1C1714">
                    <a:alpha val="20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LE PERSONA</a:t>
            </a:r>
            <a:endParaRPr lang="fr-FR" sz="1800" noProof="1"/>
          </a:p>
        </p:txBody>
      </p:sp>
      <p:sp>
        <p:nvSpPr>
          <p:cNvPr id="5" name="Text 3"/>
          <p:cNvSpPr/>
          <p:nvPr/>
        </p:nvSpPr>
        <p:spPr>
          <a:xfrm>
            <a:off x="704947" y="2509837"/>
            <a:ext cx="875346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fr-FR" sz="1800" kern="0" spc="375" noProof="1">
                <a:solidFill>
                  <a:srgbClr val="8D5B4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LE PARENT ORCHSTRATEUR EN CIBLE</a:t>
            </a:r>
            <a:endParaRPr lang="fr-FR" sz="1800" noProof="1"/>
          </a:p>
        </p:txBody>
      </p:sp>
      <p:sp>
        <p:nvSpPr>
          <p:cNvPr id="6" name="Text 4"/>
          <p:cNvSpPr/>
          <p:nvPr/>
        </p:nvSpPr>
        <p:spPr>
          <a:xfrm>
            <a:off x="704947" y="3091864"/>
            <a:ext cx="8753460" cy="790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fr-FR" sz="6300" i="1" kern="0" spc="-75" noProof="1">
                <a:solidFill>
                  <a:srgbClr val="1C1714"/>
                </a:solidFill>
                <a:latin typeface="Cormorant Garamond" pitchFamily="34" charset="0"/>
                <a:ea typeface="Cormorant Garamond" pitchFamily="34" charset="-122"/>
              </a:rPr>
              <a:t>Béatrix, Sylvie</a:t>
            </a:r>
            <a:endParaRPr lang="fr-FR" sz="6300" noProof="1"/>
          </a:p>
        </p:txBody>
      </p:sp>
      <p:sp>
        <p:nvSpPr>
          <p:cNvPr id="7" name="Text 5"/>
          <p:cNvSpPr/>
          <p:nvPr/>
        </p:nvSpPr>
        <p:spPr>
          <a:xfrm>
            <a:off x="704947" y="3976687"/>
            <a:ext cx="8196422" cy="971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65000"/>
              </a:lnSpc>
              <a:buNone/>
            </a:pPr>
            <a:r>
              <a:rPr lang="fr-FR" sz="2250" noProof="1">
                <a:solidFill>
                  <a:srgbClr val="6B656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35–45 ans · CSP+ · Cadres actives · 2 enfants </a:t>
            </a:r>
            <a:r>
              <a:rPr lang="fr-FR" sz="2250" noProof="1">
                <a:solidFill>
                  <a:srgbClr val="8D5B4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Chief Travel Officer du foyer — par défaut.</a:t>
            </a:r>
            <a:endParaRPr lang="fr-FR" sz="2250" noProof="1"/>
          </a:p>
        </p:txBody>
      </p:sp>
      <p:sp>
        <p:nvSpPr>
          <p:cNvPr id="8" name="Shape 6"/>
          <p:cNvSpPr/>
          <p:nvPr/>
        </p:nvSpPr>
        <p:spPr>
          <a:xfrm>
            <a:off x="704947" y="5443537"/>
            <a:ext cx="28575" cy="28575"/>
          </a:xfrm>
          <a:prstGeom prst="ellipse">
            <a:avLst/>
          </a:prstGeom>
          <a:solidFill>
            <a:srgbClr val="8D5B4C"/>
          </a:solidFill>
          <a:ln/>
        </p:spPr>
        <p:txBody>
          <a:bodyPr/>
          <a:lstStyle/>
          <a:p>
            <a:endParaRPr lang="fr-FR" noProof="1"/>
          </a:p>
        </p:txBody>
      </p:sp>
      <p:sp>
        <p:nvSpPr>
          <p:cNvPr id="9" name="Text 7"/>
          <p:cNvSpPr/>
          <p:nvPr/>
        </p:nvSpPr>
        <p:spPr>
          <a:xfrm>
            <a:off x="904972" y="5329237"/>
            <a:ext cx="7295614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fr-FR" sz="1800" kern="0" spc="188" noProof="1">
                <a:solidFill>
                  <a:srgbClr val="C4BBA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FONCTIONNEL</a:t>
            </a:r>
            <a:endParaRPr lang="fr-FR" sz="1800" noProof="1"/>
          </a:p>
        </p:txBody>
      </p:sp>
      <p:sp>
        <p:nvSpPr>
          <p:cNvPr id="10" name="Text 8"/>
          <p:cNvSpPr/>
          <p:nvPr/>
        </p:nvSpPr>
        <p:spPr>
          <a:xfrm>
            <a:off x="904972" y="5672137"/>
            <a:ext cx="7295614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fr-FR" sz="2100" noProof="1">
                <a:solidFill>
                  <a:srgbClr val="5C474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Organiser un voyage sans repartir de zéro, rien oublier</a:t>
            </a:r>
            <a:endParaRPr lang="fr-FR" sz="2100" noProof="1"/>
          </a:p>
        </p:txBody>
      </p:sp>
      <p:sp>
        <p:nvSpPr>
          <p:cNvPr id="11" name="Shape 9"/>
          <p:cNvSpPr/>
          <p:nvPr/>
        </p:nvSpPr>
        <p:spPr>
          <a:xfrm>
            <a:off x="704947" y="6424612"/>
            <a:ext cx="28575" cy="28575"/>
          </a:xfrm>
          <a:prstGeom prst="ellipse">
            <a:avLst/>
          </a:prstGeom>
          <a:solidFill>
            <a:srgbClr val="8D5B4C"/>
          </a:solidFill>
          <a:ln/>
        </p:spPr>
        <p:txBody>
          <a:bodyPr/>
          <a:lstStyle/>
          <a:p>
            <a:endParaRPr lang="fr-FR" noProof="1"/>
          </a:p>
        </p:txBody>
      </p:sp>
      <p:sp>
        <p:nvSpPr>
          <p:cNvPr id="12" name="Text 10"/>
          <p:cNvSpPr/>
          <p:nvPr/>
        </p:nvSpPr>
        <p:spPr>
          <a:xfrm>
            <a:off x="904972" y="6310312"/>
            <a:ext cx="626996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fr-FR" sz="1800" kern="0" spc="188" noProof="1">
                <a:solidFill>
                  <a:srgbClr val="C4BBA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ÉMOTIONNEL</a:t>
            </a:r>
            <a:endParaRPr lang="fr-FR" sz="1800" noProof="1"/>
          </a:p>
        </p:txBody>
      </p:sp>
      <p:sp>
        <p:nvSpPr>
          <p:cNvPr id="13" name="Text 11"/>
          <p:cNvSpPr/>
          <p:nvPr/>
        </p:nvSpPr>
        <p:spPr>
          <a:xfrm>
            <a:off x="904972" y="6653212"/>
            <a:ext cx="6269965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fr-FR" sz="2100" noProof="1">
                <a:solidFill>
                  <a:srgbClr val="5C474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Partir sereine — pas épuisée avant de décoller</a:t>
            </a:r>
            <a:endParaRPr lang="fr-FR" sz="2100" noProof="1"/>
          </a:p>
        </p:txBody>
      </p:sp>
      <p:sp>
        <p:nvSpPr>
          <p:cNvPr id="14" name="Shape 12"/>
          <p:cNvSpPr/>
          <p:nvPr/>
        </p:nvSpPr>
        <p:spPr>
          <a:xfrm>
            <a:off x="704947" y="7405687"/>
            <a:ext cx="28575" cy="28575"/>
          </a:xfrm>
          <a:prstGeom prst="ellipse">
            <a:avLst/>
          </a:prstGeom>
          <a:solidFill>
            <a:srgbClr val="8D5B4C"/>
          </a:solidFill>
          <a:ln/>
        </p:spPr>
        <p:txBody>
          <a:bodyPr/>
          <a:lstStyle/>
          <a:p>
            <a:endParaRPr lang="fr-FR" noProof="1"/>
          </a:p>
        </p:txBody>
      </p:sp>
      <p:sp>
        <p:nvSpPr>
          <p:cNvPr id="15" name="Text 13"/>
          <p:cNvSpPr/>
          <p:nvPr/>
        </p:nvSpPr>
        <p:spPr>
          <a:xfrm>
            <a:off x="904972" y="7291387"/>
            <a:ext cx="7241917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fr-FR" sz="1800" kern="0" spc="188" noProof="1">
                <a:solidFill>
                  <a:srgbClr val="C4BBA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SOCIAL</a:t>
            </a:r>
            <a:endParaRPr lang="fr-FR" sz="1800" noProof="1"/>
          </a:p>
        </p:txBody>
      </p:sp>
      <p:sp>
        <p:nvSpPr>
          <p:cNvPr id="16" name="Text 14"/>
          <p:cNvSpPr/>
          <p:nvPr/>
        </p:nvSpPr>
        <p:spPr>
          <a:xfrm>
            <a:off x="904972" y="7634287"/>
            <a:ext cx="7241917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fr-FR" sz="2100" noProof="1">
                <a:solidFill>
                  <a:srgbClr val="5C474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Rendre l'organisation visible et délégable sans friction</a:t>
            </a:r>
            <a:endParaRPr lang="fr-FR" sz="2100" noProof="1"/>
          </a:p>
        </p:txBody>
      </p:sp>
      <p:sp>
        <p:nvSpPr>
          <p:cNvPr id="17" name="Shape 15"/>
          <p:cNvSpPr/>
          <p:nvPr/>
        </p:nvSpPr>
        <p:spPr>
          <a:xfrm>
            <a:off x="9156838" y="1743074"/>
            <a:ext cx="9525" cy="7172325"/>
          </a:xfrm>
          <a:prstGeom prst="rect">
            <a:avLst/>
          </a:prstGeom>
          <a:solidFill>
            <a:srgbClr val="5C4742">
              <a:alpha val="12000"/>
            </a:srgbClr>
          </a:solidFill>
          <a:ln/>
        </p:spPr>
        <p:txBody>
          <a:bodyPr/>
          <a:lstStyle/>
          <a:p>
            <a:endParaRPr lang="fr-FR" noProof="1"/>
          </a:p>
        </p:txBody>
      </p:sp>
      <p:sp>
        <p:nvSpPr>
          <p:cNvPr id="26" name="Shape 24"/>
          <p:cNvSpPr/>
          <p:nvPr/>
        </p:nvSpPr>
        <p:spPr>
          <a:xfrm>
            <a:off x="1143000" y="9220200"/>
            <a:ext cx="16002000" cy="9525"/>
          </a:xfrm>
          <a:prstGeom prst="rect">
            <a:avLst/>
          </a:prstGeom>
          <a:solidFill>
            <a:srgbClr val="5C4742">
              <a:alpha val="12000"/>
            </a:srgbClr>
          </a:solidFill>
          <a:ln/>
        </p:spPr>
        <p:txBody>
          <a:bodyPr/>
          <a:lstStyle/>
          <a:p>
            <a:endParaRPr lang="fr-FR" noProof="1"/>
          </a:p>
        </p:txBody>
      </p:sp>
      <p:sp>
        <p:nvSpPr>
          <p:cNvPr id="27" name="Text 25"/>
          <p:cNvSpPr/>
          <p:nvPr/>
        </p:nvSpPr>
        <p:spPr>
          <a:xfrm>
            <a:off x="1143000" y="9420225"/>
            <a:ext cx="99506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fr-FR" sz="1800" kern="0" spc="188" noProof="1">
                <a:solidFill>
                  <a:srgbClr val="1C1714">
                    <a:alpha val="22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ALLSET</a:t>
            </a:r>
            <a:endParaRPr lang="fr-FR" sz="1800" noProof="1"/>
          </a:p>
        </p:txBody>
      </p:sp>
      <p:sp>
        <p:nvSpPr>
          <p:cNvPr id="28" name="Text 26"/>
          <p:cNvSpPr/>
          <p:nvPr/>
        </p:nvSpPr>
        <p:spPr>
          <a:xfrm>
            <a:off x="16543883" y="9420225"/>
            <a:ext cx="677317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fr-FR" sz="1800" noProof="1">
                <a:solidFill>
                  <a:srgbClr val="1C1714">
                    <a:alpha val="18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03 · 11</a:t>
            </a:r>
            <a:endParaRPr lang="fr-FR" sz="1800" noProof="1"/>
          </a:p>
        </p:txBody>
      </p:sp>
      <p:sp>
        <p:nvSpPr>
          <p:cNvPr id="30" name="Text 3">
            <a:extLst>
              <a:ext uri="{FF2B5EF4-FFF2-40B4-BE49-F238E27FC236}">
                <a16:creationId xmlns:a16="http://schemas.microsoft.com/office/drawing/2014/main" id="{E3448DDB-19C2-A956-95B9-BB7558692A53}"/>
              </a:ext>
            </a:extLst>
          </p:cNvPr>
          <p:cNvSpPr/>
          <p:nvPr/>
        </p:nvSpPr>
        <p:spPr>
          <a:xfrm>
            <a:off x="9703058" y="2509837"/>
            <a:ext cx="875346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fr-FR" sz="1800" kern="0" spc="375" noProof="1">
                <a:solidFill>
                  <a:srgbClr val="8D5B4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LE PARENT ORCHSTRATEUR EN CIBLE</a:t>
            </a:r>
            <a:endParaRPr lang="fr-FR" sz="1800" noProof="1"/>
          </a:p>
        </p:txBody>
      </p:sp>
      <p:sp>
        <p:nvSpPr>
          <p:cNvPr id="31" name="Text 4">
            <a:extLst>
              <a:ext uri="{FF2B5EF4-FFF2-40B4-BE49-F238E27FC236}">
                <a16:creationId xmlns:a16="http://schemas.microsoft.com/office/drawing/2014/main" id="{0A2BF091-2857-BF30-E0FE-593532CDEEBC}"/>
              </a:ext>
            </a:extLst>
          </p:cNvPr>
          <p:cNvSpPr/>
          <p:nvPr/>
        </p:nvSpPr>
        <p:spPr>
          <a:xfrm>
            <a:off x="9703058" y="3091864"/>
            <a:ext cx="8753460" cy="790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fr-FR" sz="6300" i="1" kern="0" spc="-75" noProof="1">
                <a:solidFill>
                  <a:srgbClr val="1C1714"/>
                </a:solidFill>
                <a:latin typeface="Cormorant Garamond" pitchFamily="34" charset="0"/>
                <a:ea typeface="Cormorant Garamond" pitchFamily="34" charset="-122"/>
              </a:rPr>
              <a:t>Béatrix, Sylvie</a:t>
            </a:r>
            <a:endParaRPr lang="fr-FR" sz="6300" noProof="1"/>
          </a:p>
        </p:txBody>
      </p:sp>
      <p:sp>
        <p:nvSpPr>
          <p:cNvPr id="32" name="Text 5">
            <a:extLst>
              <a:ext uri="{FF2B5EF4-FFF2-40B4-BE49-F238E27FC236}">
                <a16:creationId xmlns:a16="http://schemas.microsoft.com/office/drawing/2014/main" id="{45DB3207-1785-DB80-C8B6-DFC52EE4B482}"/>
              </a:ext>
            </a:extLst>
          </p:cNvPr>
          <p:cNvSpPr/>
          <p:nvPr/>
        </p:nvSpPr>
        <p:spPr>
          <a:xfrm>
            <a:off x="9703058" y="3976687"/>
            <a:ext cx="8196422" cy="971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65000"/>
              </a:lnSpc>
              <a:buNone/>
            </a:pPr>
            <a:r>
              <a:rPr lang="fr-FR" sz="2250" noProof="1">
                <a:solidFill>
                  <a:srgbClr val="6B656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35–45 ans · CSP+ · Cadres actives · 2 enfants </a:t>
            </a:r>
            <a:r>
              <a:rPr lang="fr-FR" sz="2250" noProof="1">
                <a:solidFill>
                  <a:srgbClr val="8D5B4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Chief Travel Officer du foyer — par défaut.</a:t>
            </a:r>
            <a:endParaRPr lang="fr-FR" sz="2250" noProof="1"/>
          </a:p>
        </p:txBody>
      </p:sp>
      <p:sp>
        <p:nvSpPr>
          <p:cNvPr id="33" name="Shape 6">
            <a:extLst>
              <a:ext uri="{FF2B5EF4-FFF2-40B4-BE49-F238E27FC236}">
                <a16:creationId xmlns:a16="http://schemas.microsoft.com/office/drawing/2014/main" id="{1CD0E9A1-32C6-7180-E4A5-C951D14D283E}"/>
              </a:ext>
            </a:extLst>
          </p:cNvPr>
          <p:cNvSpPr/>
          <p:nvPr/>
        </p:nvSpPr>
        <p:spPr>
          <a:xfrm>
            <a:off x="9703058" y="5443537"/>
            <a:ext cx="28575" cy="28575"/>
          </a:xfrm>
          <a:prstGeom prst="ellipse">
            <a:avLst/>
          </a:prstGeom>
          <a:solidFill>
            <a:srgbClr val="8D5B4C"/>
          </a:solidFill>
          <a:ln/>
        </p:spPr>
        <p:txBody>
          <a:bodyPr/>
          <a:lstStyle/>
          <a:p>
            <a:endParaRPr lang="fr-FR" noProof="1"/>
          </a:p>
        </p:txBody>
      </p:sp>
      <p:sp>
        <p:nvSpPr>
          <p:cNvPr id="34" name="Text 7">
            <a:extLst>
              <a:ext uri="{FF2B5EF4-FFF2-40B4-BE49-F238E27FC236}">
                <a16:creationId xmlns:a16="http://schemas.microsoft.com/office/drawing/2014/main" id="{D1880F98-C11F-BDB4-A9E1-625989F41378}"/>
              </a:ext>
            </a:extLst>
          </p:cNvPr>
          <p:cNvSpPr/>
          <p:nvPr/>
        </p:nvSpPr>
        <p:spPr>
          <a:xfrm>
            <a:off x="9903083" y="5329237"/>
            <a:ext cx="7295614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fr-FR" sz="1800" kern="0" spc="188" noProof="1">
                <a:solidFill>
                  <a:srgbClr val="C4BBA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FONCTIONNEL</a:t>
            </a:r>
            <a:endParaRPr lang="fr-FR" sz="1800" noProof="1"/>
          </a:p>
        </p:txBody>
      </p:sp>
      <p:sp>
        <p:nvSpPr>
          <p:cNvPr id="35" name="Text 8">
            <a:extLst>
              <a:ext uri="{FF2B5EF4-FFF2-40B4-BE49-F238E27FC236}">
                <a16:creationId xmlns:a16="http://schemas.microsoft.com/office/drawing/2014/main" id="{3B16C1D9-E875-4E0C-E3A6-AADD782EF800}"/>
              </a:ext>
            </a:extLst>
          </p:cNvPr>
          <p:cNvSpPr/>
          <p:nvPr/>
        </p:nvSpPr>
        <p:spPr>
          <a:xfrm>
            <a:off x="9903083" y="5672137"/>
            <a:ext cx="7295614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fr-FR" sz="2100" noProof="1">
                <a:solidFill>
                  <a:srgbClr val="5C474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Organiser un voyage sans repartir de zéro, rien oublier</a:t>
            </a:r>
            <a:endParaRPr lang="fr-FR" sz="2100" noProof="1"/>
          </a:p>
        </p:txBody>
      </p:sp>
      <p:sp>
        <p:nvSpPr>
          <p:cNvPr id="36" name="Shape 9">
            <a:extLst>
              <a:ext uri="{FF2B5EF4-FFF2-40B4-BE49-F238E27FC236}">
                <a16:creationId xmlns:a16="http://schemas.microsoft.com/office/drawing/2014/main" id="{D95663DA-4FC9-E4E7-5C7D-F8FE09A5B61F}"/>
              </a:ext>
            </a:extLst>
          </p:cNvPr>
          <p:cNvSpPr/>
          <p:nvPr/>
        </p:nvSpPr>
        <p:spPr>
          <a:xfrm>
            <a:off x="9703058" y="6424612"/>
            <a:ext cx="28575" cy="28575"/>
          </a:xfrm>
          <a:prstGeom prst="ellipse">
            <a:avLst/>
          </a:prstGeom>
          <a:solidFill>
            <a:srgbClr val="8D5B4C"/>
          </a:solidFill>
          <a:ln/>
        </p:spPr>
        <p:txBody>
          <a:bodyPr/>
          <a:lstStyle/>
          <a:p>
            <a:endParaRPr lang="fr-FR" noProof="1"/>
          </a:p>
        </p:txBody>
      </p:sp>
      <p:sp>
        <p:nvSpPr>
          <p:cNvPr id="37" name="Text 10">
            <a:extLst>
              <a:ext uri="{FF2B5EF4-FFF2-40B4-BE49-F238E27FC236}">
                <a16:creationId xmlns:a16="http://schemas.microsoft.com/office/drawing/2014/main" id="{6D8CF988-ED60-D47C-2142-C010AB35EDEA}"/>
              </a:ext>
            </a:extLst>
          </p:cNvPr>
          <p:cNvSpPr/>
          <p:nvPr/>
        </p:nvSpPr>
        <p:spPr>
          <a:xfrm>
            <a:off x="9903083" y="6310312"/>
            <a:ext cx="626996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fr-FR" sz="1800" kern="0" spc="188" noProof="1">
                <a:solidFill>
                  <a:srgbClr val="C4BBA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ÉMOTIONNEL</a:t>
            </a:r>
            <a:endParaRPr lang="fr-FR" sz="1800" noProof="1"/>
          </a:p>
        </p:txBody>
      </p:sp>
      <p:sp>
        <p:nvSpPr>
          <p:cNvPr id="38" name="Text 11">
            <a:extLst>
              <a:ext uri="{FF2B5EF4-FFF2-40B4-BE49-F238E27FC236}">
                <a16:creationId xmlns:a16="http://schemas.microsoft.com/office/drawing/2014/main" id="{35EDECFC-12DE-B903-55DC-118B1E3E1017}"/>
              </a:ext>
            </a:extLst>
          </p:cNvPr>
          <p:cNvSpPr/>
          <p:nvPr/>
        </p:nvSpPr>
        <p:spPr>
          <a:xfrm>
            <a:off x="9903083" y="6653212"/>
            <a:ext cx="6269965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fr-FR" sz="2100" noProof="1">
                <a:solidFill>
                  <a:srgbClr val="5C474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Partir sereine — pas épuisée avant de décoller</a:t>
            </a:r>
            <a:endParaRPr lang="fr-FR" sz="2100" noProof="1"/>
          </a:p>
        </p:txBody>
      </p:sp>
      <p:sp>
        <p:nvSpPr>
          <p:cNvPr id="39" name="Shape 12">
            <a:extLst>
              <a:ext uri="{FF2B5EF4-FFF2-40B4-BE49-F238E27FC236}">
                <a16:creationId xmlns:a16="http://schemas.microsoft.com/office/drawing/2014/main" id="{47973E6A-1A8C-6365-5258-06F9BCD6E83D}"/>
              </a:ext>
            </a:extLst>
          </p:cNvPr>
          <p:cNvSpPr/>
          <p:nvPr/>
        </p:nvSpPr>
        <p:spPr>
          <a:xfrm>
            <a:off x="9703058" y="7405687"/>
            <a:ext cx="28575" cy="28575"/>
          </a:xfrm>
          <a:prstGeom prst="ellipse">
            <a:avLst/>
          </a:prstGeom>
          <a:solidFill>
            <a:srgbClr val="8D5B4C"/>
          </a:solidFill>
          <a:ln/>
        </p:spPr>
        <p:txBody>
          <a:bodyPr/>
          <a:lstStyle/>
          <a:p>
            <a:endParaRPr lang="fr-FR" noProof="1"/>
          </a:p>
        </p:txBody>
      </p:sp>
      <p:sp>
        <p:nvSpPr>
          <p:cNvPr id="40" name="Text 13">
            <a:extLst>
              <a:ext uri="{FF2B5EF4-FFF2-40B4-BE49-F238E27FC236}">
                <a16:creationId xmlns:a16="http://schemas.microsoft.com/office/drawing/2014/main" id="{214AE5DC-986F-5770-4B3D-F3D078101FF8}"/>
              </a:ext>
            </a:extLst>
          </p:cNvPr>
          <p:cNvSpPr/>
          <p:nvPr/>
        </p:nvSpPr>
        <p:spPr>
          <a:xfrm>
            <a:off x="9903083" y="7291387"/>
            <a:ext cx="7241917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fr-FR" sz="1800" kern="0" spc="188" noProof="1">
                <a:solidFill>
                  <a:srgbClr val="C4BBA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SOCIAL</a:t>
            </a:r>
            <a:endParaRPr lang="fr-FR" sz="1800" noProof="1"/>
          </a:p>
        </p:txBody>
      </p:sp>
      <p:sp>
        <p:nvSpPr>
          <p:cNvPr id="41" name="Text 14">
            <a:extLst>
              <a:ext uri="{FF2B5EF4-FFF2-40B4-BE49-F238E27FC236}">
                <a16:creationId xmlns:a16="http://schemas.microsoft.com/office/drawing/2014/main" id="{6F38A2B1-126D-97A2-C35B-B89A576B9E53}"/>
              </a:ext>
            </a:extLst>
          </p:cNvPr>
          <p:cNvSpPr/>
          <p:nvPr/>
        </p:nvSpPr>
        <p:spPr>
          <a:xfrm>
            <a:off x="9903083" y="7634287"/>
            <a:ext cx="7241917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fr-FR" sz="2100" noProof="1">
                <a:solidFill>
                  <a:srgbClr val="5C474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Rendre l'organisation visible et délégable sans friction</a:t>
            </a:r>
            <a:endParaRPr lang="fr-FR" sz="2100" noProof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762000"/>
            <a:ext cx="995064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fr-FR" sz="2400" i="1" noProof="1">
                <a:solidFill>
                  <a:srgbClr val="1C1714">
                    <a:alpha val="28000"/>
                  </a:srgbClr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allset</a:t>
            </a:r>
            <a:endParaRPr lang="fr-FR" sz="2400" noProof="1"/>
          </a:p>
        </p:txBody>
      </p:sp>
      <p:sp>
        <p:nvSpPr>
          <p:cNvPr id="3" name="Text 1"/>
          <p:cNvSpPr/>
          <p:nvPr/>
        </p:nvSpPr>
        <p:spPr>
          <a:xfrm>
            <a:off x="15123170" y="800100"/>
            <a:ext cx="2224013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fr-FR" sz="1800" kern="0" spc="300" noProof="1">
                <a:solidFill>
                  <a:srgbClr val="1C1714">
                    <a:alpha val="20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LES IRRITANTS</a:t>
            </a:r>
            <a:endParaRPr lang="fr-FR" sz="1800" noProof="1"/>
          </a:p>
        </p:txBody>
      </p:sp>
      <p:sp>
        <p:nvSpPr>
          <p:cNvPr id="4" name="Text 2"/>
          <p:cNvSpPr/>
          <p:nvPr/>
        </p:nvSpPr>
        <p:spPr>
          <a:xfrm>
            <a:off x="1143000" y="1323975"/>
            <a:ext cx="17602200" cy="714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fr-FR" sz="4350" kern="0" spc="-37" noProof="1">
                <a:solidFill>
                  <a:srgbClr val="1C1714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Trois irritants récurrents</a:t>
            </a:r>
            <a:endParaRPr lang="fr-FR" sz="4350" noProof="1"/>
          </a:p>
        </p:txBody>
      </p:sp>
      <p:sp>
        <p:nvSpPr>
          <p:cNvPr id="5" name="Text 3"/>
          <p:cNvSpPr/>
          <p:nvPr/>
        </p:nvSpPr>
        <p:spPr>
          <a:xfrm>
            <a:off x="1143000" y="2076450"/>
            <a:ext cx="1760220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fr-FR" sz="2100" noProof="1">
                <a:solidFill>
                  <a:srgbClr val="C4BBA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Identifiés sur les profils de nos personas, validés à chaque voyage</a:t>
            </a:r>
            <a:endParaRPr lang="fr-FR" sz="2100" noProof="1"/>
          </a:p>
        </p:txBody>
      </p:sp>
      <p:sp>
        <p:nvSpPr>
          <p:cNvPr id="6" name="Text 4"/>
          <p:cNvSpPr/>
          <p:nvPr/>
        </p:nvSpPr>
        <p:spPr>
          <a:xfrm>
            <a:off x="1143000" y="2962275"/>
            <a:ext cx="4854520" cy="1276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fr-FR" sz="9750" b="1" noProof="1">
                <a:solidFill>
                  <a:srgbClr val="1C1714">
                    <a:alpha val="6000"/>
                  </a:srgbClr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01</a:t>
            </a:r>
            <a:endParaRPr lang="fr-FR" sz="9750" noProof="1"/>
          </a:p>
        </p:txBody>
      </p:sp>
      <p:sp>
        <p:nvSpPr>
          <p:cNvPr id="7" name="Text 5"/>
          <p:cNvSpPr/>
          <p:nvPr/>
        </p:nvSpPr>
        <p:spPr>
          <a:xfrm>
            <a:off x="1143000" y="4048125"/>
            <a:ext cx="485452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fr-FR" sz="1800" kern="0" spc="300" noProof="1">
                <a:solidFill>
                  <a:srgbClr val="8D5B4C">
                    <a:alpha val="85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REPARTIR DE ZÉRO</a:t>
            </a:r>
            <a:endParaRPr lang="fr-FR" sz="1800" noProof="1"/>
          </a:p>
        </p:txBody>
      </p:sp>
      <p:sp>
        <p:nvSpPr>
          <p:cNvPr id="8" name="Text 6"/>
          <p:cNvSpPr/>
          <p:nvPr/>
        </p:nvSpPr>
        <p:spPr>
          <a:xfrm>
            <a:off x="1143000" y="4514850"/>
            <a:ext cx="4545596" cy="1085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fr-FR" sz="3750" kern="0" spc="-22" noProof="1">
                <a:solidFill>
                  <a:srgbClr val="1C1714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Aucune structure mémorisée</a:t>
            </a:r>
            <a:endParaRPr lang="fr-FR" sz="3750" noProof="1"/>
          </a:p>
        </p:txBody>
      </p:sp>
      <p:sp>
        <p:nvSpPr>
          <p:cNvPr id="9" name="Text 7"/>
          <p:cNvSpPr/>
          <p:nvPr/>
        </p:nvSpPr>
        <p:spPr>
          <a:xfrm>
            <a:off x="1143000" y="5791200"/>
            <a:ext cx="4545596" cy="1828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fr-FR" sz="2100" noProof="1">
                <a:solidFill>
                  <a:srgbClr val="6B656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À chaque nouveau voyage, Marie recrée l'ossature depuis zéro. Aucun système ne retient ce qu'elle a déjà construit.</a:t>
            </a:r>
            <a:endParaRPr lang="fr-FR" sz="2100" noProof="1"/>
          </a:p>
        </p:txBody>
      </p:sp>
      <p:sp>
        <p:nvSpPr>
          <p:cNvPr id="10" name="Shape 8"/>
          <p:cNvSpPr/>
          <p:nvPr/>
        </p:nvSpPr>
        <p:spPr>
          <a:xfrm>
            <a:off x="6242000" y="2886075"/>
            <a:ext cx="9525" cy="5953125"/>
          </a:xfrm>
          <a:prstGeom prst="rect">
            <a:avLst/>
          </a:prstGeom>
          <a:solidFill>
            <a:srgbClr val="5C4742">
              <a:alpha val="12000"/>
            </a:srgbClr>
          </a:solidFill>
          <a:ln/>
        </p:spPr>
        <p:txBody>
          <a:bodyPr/>
          <a:lstStyle/>
          <a:p>
            <a:endParaRPr lang="fr-FR" noProof="1"/>
          </a:p>
        </p:txBody>
      </p:sp>
      <p:sp>
        <p:nvSpPr>
          <p:cNvPr id="11" name="Text 9"/>
          <p:cNvSpPr/>
          <p:nvPr/>
        </p:nvSpPr>
        <p:spPr>
          <a:xfrm>
            <a:off x="6937325" y="2962275"/>
            <a:ext cx="4854520" cy="1276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fr-FR" sz="9750" b="1" noProof="1">
                <a:solidFill>
                  <a:srgbClr val="1C1714">
                    <a:alpha val="6000"/>
                  </a:srgbClr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02</a:t>
            </a:r>
            <a:endParaRPr lang="fr-FR" sz="9750" noProof="1"/>
          </a:p>
        </p:txBody>
      </p:sp>
      <p:sp>
        <p:nvSpPr>
          <p:cNvPr id="12" name="Text 10"/>
          <p:cNvSpPr/>
          <p:nvPr/>
        </p:nvSpPr>
        <p:spPr>
          <a:xfrm>
            <a:off x="6937325" y="4048125"/>
            <a:ext cx="485452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fr-FR" sz="1800" kern="0" spc="300" noProof="1">
                <a:solidFill>
                  <a:srgbClr val="8D5B4C">
                    <a:alpha val="85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TOUT DANS LA TÊTE</a:t>
            </a:r>
            <a:endParaRPr lang="fr-FR" sz="1800" noProof="1"/>
          </a:p>
        </p:txBody>
      </p:sp>
      <p:sp>
        <p:nvSpPr>
          <p:cNvPr id="13" name="Text 11"/>
          <p:cNvSpPr/>
          <p:nvPr/>
        </p:nvSpPr>
        <p:spPr>
          <a:xfrm>
            <a:off x="6937325" y="4514850"/>
            <a:ext cx="4545596" cy="1085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fr-FR" sz="3750" kern="0" spc="-22" noProof="1">
                <a:solidFill>
                  <a:srgbClr val="1C1714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Charge mentale invisible</a:t>
            </a:r>
            <a:endParaRPr lang="fr-FR" sz="3750" noProof="1"/>
          </a:p>
        </p:txBody>
      </p:sp>
      <p:sp>
        <p:nvSpPr>
          <p:cNvPr id="14" name="Text 12"/>
          <p:cNvSpPr/>
          <p:nvPr/>
        </p:nvSpPr>
        <p:spPr>
          <a:xfrm>
            <a:off x="6937325" y="5791200"/>
            <a:ext cx="4545596" cy="1828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fr-FR" sz="2100" noProof="1">
                <a:solidFill>
                  <a:srgbClr val="6B656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L'état d'avancement de l'organisation n'existe que dans sa tête. Son partenaire n'a aucune visibilité.</a:t>
            </a:r>
            <a:endParaRPr lang="fr-FR" sz="2100" noProof="1"/>
          </a:p>
        </p:txBody>
      </p:sp>
      <p:sp>
        <p:nvSpPr>
          <p:cNvPr id="15" name="Shape 13"/>
          <p:cNvSpPr/>
          <p:nvPr/>
        </p:nvSpPr>
        <p:spPr>
          <a:xfrm>
            <a:off x="12036326" y="2886075"/>
            <a:ext cx="9525" cy="5953125"/>
          </a:xfrm>
          <a:prstGeom prst="rect">
            <a:avLst/>
          </a:prstGeom>
          <a:solidFill>
            <a:srgbClr val="5C4742">
              <a:alpha val="12000"/>
            </a:srgbClr>
          </a:solidFill>
          <a:ln/>
        </p:spPr>
        <p:txBody>
          <a:bodyPr/>
          <a:lstStyle/>
          <a:p>
            <a:endParaRPr lang="fr-FR" noProof="1"/>
          </a:p>
        </p:txBody>
      </p:sp>
      <p:sp>
        <p:nvSpPr>
          <p:cNvPr id="16" name="Text 14"/>
          <p:cNvSpPr/>
          <p:nvPr/>
        </p:nvSpPr>
        <p:spPr>
          <a:xfrm>
            <a:off x="12731651" y="2962275"/>
            <a:ext cx="4854520" cy="1276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fr-FR" sz="9750" b="1" noProof="1">
                <a:solidFill>
                  <a:srgbClr val="1C1714">
                    <a:alpha val="6000"/>
                  </a:srgbClr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03</a:t>
            </a:r>
            <a:endParaRPr lang="fr-FR" sz="9750" noProof="1"/>
          </a:p>
        </p:txBody>
      </p:sp>
      <p:sp>
        <p:nvSpPr>
          <p:cNvPr id="17" name="Text 15"/>
          <p:cNvSpPr/>
          <p:nvPr/>
        </p:nvSpPr>
        <p:spPr>
          <a:xfrm>
            <a:off x="12731651" y="4048125"/>
            <a:ext cx="485452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fr-FR" sz="1800" kern="0" spc="300" noProof="1">
                <a:solidFill>
                  <a:srgbClr val="8D5B4C">
                    <a:alpha val="85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IMPOSSIBLE À DÉLÉGUER</a:t>
            </a:r>
            <a:endParaRPr lang="fr-FR" sz="1800" noProof="1"/>
          </a:p>
        </p:txBody>
      </p:sp>
      <p:sp>
        <p:nvSpPr>
          <p:cNvPr id="18" name="Text 16"/>
          <p:cNvSpPr/>
          <p:nvPr/>
        </p:nvSpPr>
        <p:spPr>
          <a:xfrm>
            <a:off x="12731651" y="4514850"/>
            <a:ext cx="4545596" cy="1085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fr-FR" sz="3750" kern="0" spc="-22" noProof="1">
                <a:solidFill>
                  <a:srgbClr val="1C1714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Partager crée plus de friction</a:t>
            </a:r>
            <a:endParaRPr lang="fr-FR" sz="3750" noProof="1"/>
          </a:p>
        </p:txBody>
      </p:sp>
      <p:sp>
        <p:nvSpPr>
          <p:cNvPr id="19" name="Text 17"/>
          <p:cNvSpPr/>
          <p:nvPr/>
        </p:nvSpPr>
        <p:spPr>
          <a:xfrm>
            <a:off x="12731651" y="5791200"/>
            <a:ext cx="4545596" cy="1828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fr-FR" sz="2100" noProof="1">
                <a:solidFill>
                  <a:srgbClr val="6B656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Pour déléguer une tâche, elle doit tout réexpliquer. Partager un Google Sheet crée plus de questions qu'il n'en résout.</a:t>
            </a:r>
            <a:endParaRPr lang="fr-FR" sz="2100" noProof="1"/>
          </a:p>
        </p:txBody>
      </p:sp>
      <p:sp>
        <p:nvSpPr>
          <p:cNvPr id="20" name="Shape 18"/>
          <p:cNvSpPr/>
          <p:nvPr/>
        </p:nvSpPr>
        <p:spPr>
          <a:xfrm>
            <a:off x="1143000" y="9220200"/>
            <a:ext cx="16002000" cy="9525"/>
          </a:xfrm>
          <a:prstGeom prst="rect">
            <a:avLst/>
          </a:prstGeom>
          <a:solidFill>
            <a:srgbClr val="5C4742">
              <a:alpha val="12000"/>
            </a:srgbClr>
          </a:solidFill>
          <a:ln/>
        </p:spPr>
        <p:txBody>
          <a:bodyPr/>
          <a:lstStyle/>
          <a:p>
            <a:endParaRPr lang="fr-FR" noProof="1"/>
          </a:p>
        </p:txBody>
      </p:sp>
      <p:sp>
        <p:nvSpPr>
          <p:cNvPr id="21" name="Text 19"/>
          <p:cNvSpPr/>
          <p:nvPr/>
        </p:nvSpPr>
        <p:spPr>
          <a:xfrm>
            <a:off x="1143000" y="9420225"/>
            <a:ext cx="99506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fr-FR" sz="1800" kern="0" spc="188" noProof="1">
                <a:solidFill>
                  <a:srgbClr val="1C1714">
                    <a:alpha val="22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ALLSET</a:t>
            </a:r>
            <a:endParaRPr lang="fr-FR" sz="1800" noProof="1"/>
          </a:p>
        </p:txBody>
      </p:sp>
      <p:sp>
        <p:nvSpPr>
          <p:cNvPr id="22" name="Text 20"/>
          <p:cNvSpPr/>
          <p:nvPr/>
        </p:nvSpPr>
        <p:spPr>
          <a:xfrm>
            <a:off x="16540311" y="9420225"/>
            <a:ext cx="680889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fr-FR" sz="1800" noProof="1">
                <a:solidFill>
                  <a:srgbClr val="1C1714">
                    <a:alpha val="18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04 · 11</a:t>
            </a:r>
            <a:endParaRPr lang="fr-FR" sz="1800" noProof="1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C17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714500" y="1800225"/>
            <a:ext cx="6686550" cy="6686550"/>
          </a:xfrm>
          <a:prstGeom prst="ellipse">
            <a:avLst/>
          </a:prstGeom>
          <a:ln w="9525">
            <a:solidFill>
              <a:srgbClr val="8D5B4C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fr-FR" noProof="1"/>
          </a:p>
        </p:txBody>
      </p:sp>
      <p:sp>
        <p:nvSpPr>
          <p:cNvPr id="3" name="Text 1"/>
          <p:cNvSpPr/>
          <p:nvPr/>
        </p:nvSpPr>
        <p:spPr>
          <a:xfrm>
            <a:off x="1142999" y="762000"/>
            <a:ext cx="99506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fr-FR" sz="2400" i="1" noProof="1">
                <a:solidFill>
                  <a:srgbClr val="F5F0E8">
                    <a:alpha val="28000"/>
                  </a:srgbClr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allset</a:t>
            </a:r>
            <a:endParaRPr lang="fr-FR" sz="2400" noProof="1"/>
          </a:p>
        </p:txBody>
      </p:sp>
      <p:sp>
        <p:nvSpPr>
          <p:cNvPr id="4" name="Text 2"/>
          <p:cNvSpPr/>
          <p:nvPr/>
        </p:nvSpPr>
        <p:spPr>
          <a:xfrm>
            <a:off x="15284202" y="800100"/>
            <a:ext cx="2046878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fr-FR" sz="1800" kern="0" spc="300" noProof="1">
                <a:solidFill>
                  <a:srgbClr val="F5F0E8">
                    <a:alpha val="18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 SOLUTION</a:t>
            </a:r>
            <a:endParaRPr lang="fr-FR" sz="1800" noProof="1"/>
          </a:p>
        </p:txBody>
      </p:sp>
      <p:sp>
        <p:nvSpPr>
          <p:cNvPr id="5" name="Text 3"/>
          <p:cNvSpPr/>
          <p:nvPr/>
        </p:nvSpPr>
        <p:spPr>
          <a:xfrm>
            <a:off x="1143000" y="2869406"/>
            <a:ext cx="176022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fr-FR" sz="1800" kern="0" spc="375" noProof="1">
                <a:solidFill>
                  <a:srgbClr val="8D5B4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02 — LA RÉPONSE</a:t>
            </a:r>
            <a:endParaRPr lang="fr-FR" sz="1800" noProof="1"/>
          </a:p>
        </p:txBody>
      </p:sp>
      <p:sp>
        <p:nvSpPr>
          <p:cNvPr id="6" name="Text 4"/>
          <p:cNvSpPr/>
          <p:nvPr/>
        </p:nvSpPr>
        <p:spPr>
          <a:xfrm>
            <a:off x="910099" y="3887390"/>
            <a:ext cx="2975610" cy="1304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fr-FR" sz="11100" i="1" kern="0" spc="-150" noProof="1">
                <a:solidFill>
                  <a:srgbClr val="F5F0E8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Allset</a:t>
            </a:r>
            <a:endParaRPr lang="fr-FR" sz="11100" noProof="1"/>
          </a:p>
        </p:txBody>
      </p:sp>
      <p:sp>
        <p:nvSpPr>
          <p:cNvPr id="7" name="Text 5"/>
          <p:cNvSpPr/>
          <p:nvPr/>
        </p:nvSpPr>
        <p:spPr>
          <a:xfrm>
            <a:off x="4191000" y="3469481"/>
            <a:ext cx="4120515" cy="1981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fr-FR" sz="2250" noProof="1">
                <a:solidFill>
                  <a:srgbClr val="F5F0E8">
                    <a:alpha val="38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structure votre voyage en étapes et génère automatiquement ce qu'il faut vérifier pour chacune.</a:t>
            </a:r>
            <a:endParaRPr lang="fr-FR" sz="2250" noProof="1"/>
          </a:p>
        </p:txBody>
      </p:sp>
      <p:sp>
        <p:nvSpPr>
          <p:cNvPr id="8" name="Shape 6"/>
          <p:cNvSpPr/>
          <p:nvPr/>
        </p:nvSpPr>
        <p:spPr>
          <a:xfrm>
            <a:off x="1143000" y="6041231"/>
            <a:ext cx="381000" cy="14288"/>
          </a:xfrm>
          <a:prstGeom prst="rect">
            <a:avLst/>
          </a:prstGeom>
          <a:solidFill>
            <a:srgbClr val="8D5B4C"/>
          </a:solidFill>
          <a:ln/>
        </p:spPr>
        <p:txBody>
          <a:bodyPr/>
          <a:lstStyle/>
          <a:p>
            <a:endParaRPr lang="fr-FR" noProof="1"/>
          </a:p>
        </p:txBody>
      </p:sp>
      <p:sp>
        <p:nvSpPr>
          <p:cNvPr id="9" name="Text 7"/>
          <p:cNvSpPr/>
          <p:nvPr/>
        </p:nvSpPr>
        <p:spPr>
          <a:xfrm>
            <a:off x="1143000" y="6503194"/>
            <a:ext cx="415379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fr-FR" sz="3300" b="1" noProof="1">
                <a:solidFill>
                  <a:srgbClr val="8D5B4C">
                    <a:alpha val="75000"/>
                  </a:srgbClr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01</a:t>
            </a:r>
            <a:endParaRPr lang="fr-FR" sz="3300" noProof="1"/>
          </a:p>
        </p:txBody>
      </p:sp>
      <p:sp>
        <p:nvSpPr>
          <p:cNvPr id="10" name="Text 8"/>
          <p:cNvSpPr/>
          <p:nvPr/>
        </p:nvSpPr>
        <p:spPr>
          <a:xfrm>
            <a:off x="1634579" y="6474619"/>
            <a:ext cx="314325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fr-FR" sz="2100" noProof="1">
                <a:solidFill>
                  <a:srgbClr val="F5F0E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Structure mémorisée</a:t>
            </a:r>
            <a:endParaRPr lang="fr-FR" sz="2100" noProof="1"/>
          </a:p>
        </p:txBody>
      </p:sp>
      <p:sp>
        <p:nvSpPr>
          <p:cNvPr id="11" name="Text 9"/>
          <p:cNvSpPr/>
          <p:nvPr/>
        </p:nvSpPr>
        <p:spPr>
          <a:xfrm>
            <a:off x="1634579" y="6884194"/>
            <a:ext cx="2943225" cy="1209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fr-FR" sz="1950" noProof="1">
                <a:solidFill>
                  <a:srgbClr val="F5F0E8">
                    <a:alpha val="38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Un moule de voyage réutilisable à chaque séjour</a:t>
            </a:r>
            <a:endParaRPr lang="fr-FR" sz="1950" noProof="1"/>
          </a:p>
        </p:txBody>
      </p:sp>
      <p:sp>
        <p:nvSpPr>
          <p:cNvPr id="12" name="Text 10"/>
          <p:cNvSpPr/>
          <p:nvPr/>
        </p:nvSpPr>
        <p:spPr>
          <a:xfrm>
            <a:off x="5254079" y="6503194"/>
            <a:ext cx="444698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fr-FR" sz="3300" b="1" noProof="1">
                <a:solidFill>
                  <a:srgbClr val="8D5B4C">
                    <a:alpha val="75000"/>
                  </a:srgbClr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02</a:t>
            </a:r>
            <a:endParaRPr lang="fr-FR" sz="3300" noProof="1"/>
          </a:p>
        </p:txBody>
      </p:sp>
      <p:sp>
        <p:nvSpPr>
          <p:cNvPr id="13" name="Text 11"/>
          <p:cNvSpPr/>
          <p:nvPr/>
        </p:nvSpPr>
        <p:spPr>
          <a:xfrm>
            <a:off x="5774978" y="6474619"/>
            <a:ext cx="3192527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fr-FR" sz="2100" noProof="1">
                <a:solidFill>
                  <a:srgbClr val="F5F0E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Checklists intelligentes</a:t>
            </a:r>
            <a:endParaRPr lang="fr-FR" sz="2100" noProof="1"/>
          </a:p>
        </p:txBody>
      </p:sp>
      <p:sp>
        <p:nvSpPr>
          <p:cNvPr id="14" name="Text 12"/>
          <p:cNvSpPr/>
          <p:nvPr/>
        </p:nvSpPr>
        <p:spPr>
          <a:xfrm>
            <a:off x="5774978" y="6884194"/>
            <a:ext cx="2943225" cy="1209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fr-FR" sz="1950" noProof="1">
                <a:solidFill>
                  <a:srgbClr val="F5F0E8">
                    <a:alpha val="38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Générées automatiquement par type d'étape</a:t>
            </a:r>
            <a:endParaRPr lang="fr-FR" sz="1950" noProof="1"/>
          </a:p>
        </p:txBody>
      </p:sp>
      <p:sp>
        <p:nvSpPr>
          <p:cNvPr id="15" name="Text 13"/>
          <p:cNvSpPr/>
          <p:nvPr/>
        </p:nvSpPr>
        <p:spPr>
          <a:xfrm>
            <a:off x="9439275" y="6503194"/>
            <a:ext cx="4406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fr-FR" sz="3300" b="1" noProof="1">
                <a:solidFill>
                  <a:srgbClr val="8D5B4C">
                    <a:alpha val="75000"/>
                  </a:srgbClr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03</a:t>
            </a:r>
            <a:endParaRPr lang="fr-FR" sz="3300" noProof="1"/>
          </a:p>
        </p:txBody>
      </p:sp>
      <p:sp>
        <p:nvSpPr>
          <p:cNvPr id="16" name="Text 14"/>
          <p:cNvSpPr/>
          <p:nvPr/>
        </p:nvSpPr>
        <p:spPr>
          <a:xfrm>
            <a:off x="9956155" y="6474619"/>
            <a:ext cx="314325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fr-FR" sz="2100" noProof="1">
                <a:solidFill>
                  <a:srgbClr val="F5F0E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Partage en un lien</a:t>
            </a:r>
            <a:endParaRPr lang="fr-FR" sz="2100" noProof="1"/>
          </a:p>
        </p:txBody>
      </p:sp>
      <p:sp>
        <p:nvSpPr>
          <p:cNvPr id="17" name="Text 15"/>
          <p:cNvSpPr/>
          <p:nvPr/>
        </p:nvSpPr>
        <p:spPr>
          <a:xfrm>
            <a:off x="9956155" y="6884194"/>
            <a:ext cx="2943225" cy="1209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fr-FR" sz="1950" noProof="1">
                <a:solidFill>
                  <a:srgbClr val="F5F0E8">
                    <a:alpha val="38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Vue partenaire sans téléchargement, synchronisée</a:t>
            </a:r>
            <a:endParaRPr lang="fr-FR" sz="1950" noProof="1"/>
          </a:p>
        </p:txBody>
      </p:sp>
      <p:sp>
        <p:nvSpPr>
          <p:cNvPr id="18" name="Shape 16"/>
          <p:cNvSpPr/>
          <p:nvPr/>
        </p:nvSpPr>
        <p:spPr>
          <a:xfrm>
            <a:off x="1143000" y="9220200"/>
            <a:ext cx="16002000" cy="9525"/>
          </a:xfrm>
          <a:prstGeom prst="rect">
            <a:avLst/>
          </a:prstGeom>
          <a:solidFill>
            <a:srgbClr val="C4BBAF">
              <a:alpha val="10000"/>
            </a:srgbClr>
          </a:solidFill>
          <a:ln/>
        </p:spPr>
        <p:txBody>
          <a:bodyPr/>
          <a:lstStyle/>
          <a:p>
            <a:endParaRPr lang="fr-FR" noProof="1"/>
          </a:p>
        </p:txBody>
      </p:sp>
      <p:sp>
        <p:nvSpPr>
          <p:cNvPr id="19" name="Text 17"/>
          <p:cNvSpPr/>
          <p:nvPr/>
        </p:nvSpPr>
        <p:spPr>
          <a:xfrm>
            <a:off x="1143000" y="9420225"/>
            <a:ext cx="99506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fr-FR" sz="1800" kern="0" spc="188" noProof="1">
                <a:solidFill>
                  <a:srgbClr val="F5F0E8">
                    <a:alpha val="18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ALLSET</a:t>
            </a:r>
            <a:endParaRPr lang="fr-FR" sz="1800" noProof="1"/>
          </a:p>
        </p:txBody>
      </p:sp>
      <p:sp>
        <p:nvSpPr>
          <p:cNvPr id="20" name="Text 18"/>
          <p:cNvSpPr/>
          <p:nvPr/>
        </p:nvSpPr>
        <p:spPr>
          <a:xfrm>
            <a:off x="16539567" y="9420225"/>
            <a:ext cx="681633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fr-FR" sz="1800" noProof="1">
                <a:solidFill>
                  <a:srgbClr val="F5F0E8">
                    <a:alpha val="13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05 · 11</a:t>
            </a:r>
            <a:endParaRPr lang="fr-FR" sz="1800" noProof="1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762000"/>
            <a:ext cx="995064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fr-FR" sz="2400" i="1" noProof="1">
                <a:solidFill>
                  <a:srgbClr val="1C1714">
                    <a:alpha val="28000"/>
                  </a:srgbClr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allset</a:t>
            </a:r>
            <a:endParaRPr lang="fr-FR" sz="2400" noProof="1"/>
          </a:p>
        </p:txBody>
      </p:sp>
      <p:sp>
        <p:nvSpPr>
          <p:cNvPr id="3" name="Text 1"/>
          <p:cNvSpPr/>
          <p:nvPr/>
        </p:nvSpPr>
        <p:spPr>
          <a:xfrm>
            <a:off x="14561344" y="800100"/>
            <a:ext cx="2842022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fr-FR" sz="1800" kern="0" spc="300" noProof="1">
                <a:solidFill>
                  <a:srgbClr val="1C1714">
                    <a:alpha val="20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FEUILLE DE ROUTE</a:t>
            </a:r>
            <a:endParaRPr lang="fr-FR" sz="1800" noProof="1"/>
          </a:p>
        </p:txBody>
      </p:sp>
      <p:sp>
        <p:nvSpPr>
          <p:cNvPr id="4" name="Text 2"/>
          <p:cNvSpPr/>
          <p:nvPr/>
        </p:nvSpPr>
        <p:spPr>
          <a:xfrm>
            <a:off x="1143000" y="1323975"/>
            <a:ext cx="17602200" cy="714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fr-FR" sz="4350" kern="0" spc="-37" noProof="1">
                <a:solidFill>
                  <a:srgbClr val="1C1714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Trois étapes vers la rétention long terme.</a:t>
            </a:r>
            <a:endParaRPr lang="fr-FR" sz="4350" noProof="1"/>
          </a:p>
        </p:txBody>
      </p:sp>
      <p:sp>
        <p:nvSpPr>
          <p:cNvPr id="5" name="Shape 3"/>
          <p:cNvSpPr/>
          <p:nvPr/>
        </p:nvSpPr>
        <p:spPr>
          <a:xfrm>
            <a:off x="1143000" y="2381250"/>
            <a:ext cx="5334000" cy="28575"/>
          </a:xfrm>
          <a:prstGeom prst="rect">
            <a:avLst/>
          </a:prstGeom>
          <a:solidFill>
            <a:srgbClr val="1C1714"/>
          </a:solidFill>
          <a:ln/>
        </p:spPr>
        <p:txBody>
          <a:bodyPr/>
          <a:lstStyle/>
          <a:p>
            <a:endParaRPr lang="fr-FR" noProof="1"/>
          </a:p>
        </p:txBody>
      </p:sp>
      <p:sp>
        <p:nvSpPr>
          <p:cNvPr id="6" name="Shape 4"/>
          <p:cNvSpPr/>
          <p:nvPr/>
        </p:nvSpPr>
        <p:spPr>
          <a:xfrm>
            <a:off x="6477000" y="2381250"/>
            <a:ext cx="5334000" cy="28575"/>
          </a:xfrm>
          <a:prstGeom prst="rect">
            <a:avLst/>
          </a:prstGeom>
          <a:solidFill>
            <a:srgbClr val="1C1714">
              <a:alpha val="22000"/>
            </a:srgbClr>
          </a:solidFill>
          <a:ln/>
        </p:spPr>
        <p:txBody>
          <a:bodyPr/>
          <a:lstStyle/>
          <a:p>
            <a:endParaRPr lang="fr-FR" noProof="1"/>
          </a:p>
        </p:txBody>
      </p:sp>
      <p:sp>
        <p:nvSpPr>
          <p:cNvPr id="7" name="Shape 5"/>
          <p:cNvSpPr/>
          <p:nvPr/>
        </p:nvSpPr>
        <p:spPr>
          <a:xfrm>
            <a:off x="11811000" y="2381250"/>
            <a:ext cx="5334000" cy="28575"/>
          </a:xfrm>
          <a:prstGeom prst="rect">
            <a:avLst/>
          </a:prstGeom>
          <a:solidFill>
            <a:srgbClr val="1C1714">
              <a:alpha val="8000"/>
            </a:srgbClr>
          </a:solidFill>
          <a:ln/>
        </p:spPr>
        <p:txBody>
          <a:bodyPr/>
          <a:lstStyle/>
          <a:p>
            <a:endParaRPr lang="fr-FR" noProof="1"/>
          </a:p>
        </p:txBody>
      </p:sp>
      <p:sp>
        <p:nvSpPr>
          <p:cNvPr id="8" name="Shape 6"/>
          <p:cNvSpPr/>
          <p:nvPr/>
        </p:nvSpPr>
        <p:spPr>
          <a:xfrm>
            <a:off x="1143000" y="2790825"/>
            <a:ext cx="1472952" cy="390525"/>
          </a:xfrm>
          <a:prstGeom prst="roundRect">
            <a:avLst>
              <a:gd name="adj" fmla="val 4878"/>
            </a:avLst>
          </a:prstGeom>
          <a:solidFill>
            <a:srgbClr val="1C1714"/>
          </a:solidFill>
          <a:ln/>
        </p:spPr>
        <p:txBody>
          <a:bodyPr/>
          <a:lstStyle/>
          <a:p>
            <a:endParaRPr lang="fr-FR" noProof="1"/>
          </a:p>
        </p:txBody>
      </p:sp>
      <p:sp>
        <p:nvSpPr>
          <p:cNvPr id="9" name="Text 7"/>
          <p:cNvSpPr/>
          <p:nvPr/>
        </p:nvSpPr>
        <p:spPr>
          <a:xfrm>
            <a:off x="1276350" y="2838450"/>
            <a:ext cx="1282452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fr-FR" sz="1800" b="1" kern="0" spc="150" noProof="1">
                <a:solidFill>
                  <a:srgbClr val="F5F0E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V1 — MVP</a:t>
            </a:r>
            <a:endParaRPr lang="fr-FR" sz="1800" noProof="1"/>
          </a:p>
        </p:txBody>
      </p:sp>
      <p:sp>
        <p:nvSpPr>
          <p:cNvPr id="10" name="Text 8"/>
          <p:cNvSpPr/>
          <p:nvPr/>
        </p:nvSpPr>
        <p:spPr>
          <a:xfrm>
            <a:off x="2730252" y="2847975"/>
            <a:ext cx="1267271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fr-FR" sz="1650" kern="0" spc="75" noProof="1">
                <a:solidFill>
                  <a:srgbClr val="A597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Maintenant</a:t>
            </a:r>
            <a:endParaRPr lang="fr-FR" sz="1650" noProof="1"/>
          </a:p>
        </p:txBody>
      </p:sp>
      <p:sp>
        <p:nvSpPr>
          <p:cNvPr id="11" name="Text 9"/>
          <p:cNvSpPr/>
          <p:nvPr/>
        </p:nvSpPr>
        <p:spPr>
          <a:xfrm>
            <a:off x="1143000" y="3371850"/>
            <a:ext cx="4545596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fr-FR" sz="3150" kern="0" spc="-22" noProof="1">
                <a:solidFill>
                  <a:srgbClr val="1C1714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Validation du comportement</a:t>
            </a:r>
            <a:endParaRPr lang="fr-FR" sz="3150" noProof="1"/>
          </a:p>
        </p:txBody>
      </p:sp>
      <p:sp>
        <p:nvSpPr>
          <p:cNvPr id="12" name="Text 10"/>
          <p:cNvSpPr/>
          <p:nvPr/>
        </p:nvSpPr>
        <p:spPr>
          <a:xfrm>
            <a:off x="1143000" y="4400550"/>
            <a:ext cx="4545596" cy="819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fr-FR" sz="1950" i="1" noProof="1">
                <a:solidFill>
                  <a:srgbClr val="A597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"Marie crée un voyage et partage le lien sans ouvrir ses Notes iPhone."</a:t>
            </a:r>
            <a:endParaRPr lang="fr-FR" sz="1950" noProof="1"/>
          </a:p>
        </p:txBody>
      </p:sp>
      <p:sp>
        <p:nvSpPr>
          <p:cNvPr id="13" name="Text 11"/>
          <p:cNvSpPr/>
          <p:nvPr/>
        </p:nvSpPr>
        <p:spPr>
          <a:xfrm>
            <a:off x="1143000" y="5457825"/>
            <a:ext cx="26878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fr-FR" sz="1800" noProof="1">
                <a:solidFill>
                  <a:srgbClr val="8D5B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fr-FR" sz="1800" noProof="1"/>
          </a:p>
        </p:txBody>
      </p:sp>
      <p:sp>
        <p:nvSpPr>
          <p:cNvPr id="14" name="Text 12"/>
          <p:cNvSpPr/>
          <p:nvPr/>
        </p:nvSpPr>
        <p:spPr>
          <a:xfrm>
            <a:off x="1430834" y="5410200"/>
            <a:ext cx="3194492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fr-FR" sz="1950" noProof="1">
                <a:solidFill>
                  <a:srgbClr val="5C474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Création voyage + étapes</a:t>
            </a:r>
            <a:endParaRPr lang="fr-FR" sz="1950" noProof="1"/>
          </a:p>
        </p:txBody>
      </p:sp>
      <p:sp>
        <p:nvSpPr>
          <p:cNvPr id="15" name="Text 13"/>
          <p:cNvSpPr/>
          <p:nvPr/>
        </p:nvSpPr>
        <p:spPr>
          <a:xfrm>
            <a:off x="1143000" y="5924550"/>
            <a:ext cx="26878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fr-FR" sz="1800" noProof="1">
                <a:solidFill>
                  <a:srgbClr val="8D5B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fr-FR" sz="1800" noProof="1"/>
          </a:p>
        </p:txBody>
      </p:sp>
      <p:sp>
        <p:nvSpPr>
          <p:cNvPr id="16" name="Text 14"/>
          <p:cNvSpPr/>
          <p:nvPr/>
        </p:nvSpPr>
        <p:spPr>
          <a:xfrm>
            <a:off x="1430834" y="5876925"/>
            <a:ext cx="3089553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fr-FR" sz="1950" noProof="1">
                <a:solidFill>
                  <a:srgbClr val="5C474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Checklists auto par type</a:t>
            </a:r>
            <a:endParaRPr lang="fr-FR" sz="1950" noProof="1"/>
          </a:p>
        </p:txBody>
      </p:sp>
      <p:sp>
        <p:nvSpPr>
          <p:cNvPr id="17" name="Text 15"/>
          <p:cNvSpPr/>
          <p:nvPr/>
        </p:nvSpPr>
        <p:spPr>
          <a:xfrm>
            <a:off x="1143000" y="6391275"/>
            <a:ext cx="26878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fr-FR" sz="1800" noProof="1">
                <a:solidFill>
                  <a:srgbClr val="8D5B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fr-FR" sz="1800" noProof="1"/>
          </a:p>
        </p:txBody>
      </p:sp>
      <p:sp>
        <p:nvSpPr>
          <p:cNvPr id="18" name="Text 16"/>
          <p:cNvSpPr/>
          <p:nvPr/>
        </p:nvSpPr>
        <p:spPr>
          <a:xfrm>
            <a:off x="1430834" y="6343650"/>
            <a:ext cx="3026033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fr-FR" sz="1950" noProof="1">
                <a:solidFill>
                  <a:srgbClr val="5C474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Dashboard statut global</a:t>
            </a:r>
            <a:endParaRPr lang="fr-FR" sz="1950" noProof="1"/>
          </a:p>
        </p:txBody>
      </p:sp>
      <p:sp>
        <p:nvSpPr>
          <p:cNvPr id="19" name="Text 17"/>
          <p:cNvSpPr/>
          <p:nvPr/>
        </p:nvSpPr>
        <p:spPr>
          <a:xfrm>
            <a:off x="1143000" y="6858000"/>
            <a:ext cx="26878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fr-FR" sz="1800" noProof="1">
                <a:solidFill>
                  <a:srgbClr val="8D5B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fr-FR" sz="1800" noProof="1"/>
          </a:p>
        </p:txBody>
      </p:sp>
      <p:sp>
        <p:nvSpPr>
          <p:cNvPr id="20" name="Text 18"/>
          <p:cNvSpPr/>
          <p:nvPr/>
        </p:nvSpPr>
        <p:spPr>
          <a:xfrm>
            <a:off x="1430834" y="6810375"/>
            <a:ext cx="3328734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fr-FR" sz="1950" noProof="1">
                <a:solidFill>
                  <a:srgbClr val="5C474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Partage partenaire par lien</a:t>
            </a:r>
            <a:endParaRPr lang="fr-FR" sz="1950" noProof="1"/>
          </a:p>
        </p:txBody>
      </p:sp>
      <p:sp>
        <p:nvSpPr>
          <p:cNvPr id="21" name="Shape 19"/>
          <p:cNvSpPr/>
          <p:nvPr/>
        </p:nvSpPr>
        <p:spPr>
          <a:xfrm>
            <a:off x="6242000" y="2790825"/>
            <a:ext cx="9525" cy="6124575"/>
          </a:xfrm>
          <a:prstGeom prst="rect">
            <a:avLst/>
          </a:prstGeom>
          <a:solidFill>
            <a:srgbClr val="5C4742">
              <a:alpha val="10000"/>
            </a:srgbClr>
          </a:solidFill>
          <a:ln/>
        </p:spPr>
        <p:txBody>
          <a:bodyPr/>
          <a:lstStyle/>
          <a:p>
            <a:endParaRPr lang="fr-FR" noProof="1"/>
          </a:p>
        </p:txBody>
      </p:sp>
      <p:sp>
        <p:nvSpPr>
          <p:cNvPr id="22" name="Shape 20"/>
          <p:cNvSpPr/>
          <p:nvPr/>
        </p:nvSpPr>
        <p:spPr>
          <a:xfrm>
            <a:off x="6937325" y="2790825"/>
            <a:ext cx="611237" cy="409575"/>
          </a:xfrm>
          <a:prstGeom prst="roundRect">
            <a:avLst>
              <a:gd name="adj" fmla="val 4651"/>
            </a:avLst>
          </a:prstGeom>
          <a:ln w="9525">
            <a:solidFill>
              <a:srgbClr val="1C1714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fr-FR" noProof="1"/>
          </a:p>
        </p:txBody>
      </p:sp>
      <p:sp>
        <p:nvSpPr>
          <p:cNvPr id="23" name="Text 21"/>
          <p:cNvSpPr/>
          <p:nvPr/>
        </p:nvSpPr>
        <p:spPr>
          <a:xfrm>
            <a:off x="7080200" y="2847975"/>
            <a:ext cx="401687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fr-FR" sz="1800" b="1" kern="0" spc="150" noProof="1">
                <a:solidFill>
                  <a:srgbClr val="5C474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V2</a:t>
            </a:r>
            <a:endParaRPr lang="fr-FR" sz="1800" noProof="1"/>
          </a:p>
        </p:txBody>
      </p:sp>
      <p:sp>
        <p:nvSpPr>
          <p:cNvPr id="24" name="Text 22"/>
          <p:cNvSpPr/>
          <p:nvPr/>
        </p:nvSpPr>
        <p:spPr>
          <a:xfrm>
            <a:off x="7662863" y="2857500"/>
            <a:ext cx="787152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fr-FR" sz="1650" kern="0" spc="75" noProof="1">
                <a:solidFill>
                  <a:srgbClr val="A597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6 mois</a:t>
            </a:r>
            <a:endParaRPr lang="fr-FR" sz="1650" noProof="1"/>
          </a:p>
        </p:txBody>
      </p:sp>
      <p:sp>
        <p:nvSpPr>
          <p:cNvPr id="25" name="Text 23"/>
          <p:cNvSpPr/>
          <p:nvPr/>
        </p:nvSpPr>
        <p:spPr>
          <a:xfrm>
            <a:off x="6937325" y="3390900"/>
            <a:ext cx="4545596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fr-FR" sz="3150" kern="0" spc="-22" noProof="1">
                <a:solidFill>
                  <a:srgbClr val="1C1714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Rétention long terme</a:t>
            </a:r>
            <a:endParaRPr lang="fr-FR" sz="3150" noProof="1"/>
          </a:p>
        </p:txBody>
      </p:sp>
      <p:sp>
        <p:nvSpPr>
          <p:cNvPr id="26" name="Text 24"/>
          <p:cNvSpPr/>
          <p:nvPr/>
        </p:nvSpPr>
        <p:spPr>
          <a:xfrm>
            <a:off x="6937325" y="4419600"/>
            <a:ext cx="4854520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fr-FR" sz="1950" i="1" noProof="1">
                <a:solidFill>
                  <a:srgbClr val="A597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"Allset s'adapte à ma famille."</a:t>
            </a:r>
            <a:endParaRPr lang="fr-FR" sz="1950" noProof="1"/>
          </a:p>
        </p:txBody>
      </p:sp>
      <p:sp>
        <p:nvSpPr>
          <p:cNvPr id="27" name="Text 25"/>
          <p:cNvSpPr/>
          <p:nvPr/>
        </p:nvSpPr>
        <p:spPr>
          <a:xfrm>
            <a:off x="6937325" y="5086350"/>
            <a:ext cx="26878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fr-FR" sz="1800" noProof="1">
                <a:solidFill>
                  <a:srgbClr val="C4BB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fr-FR" sz="1800" noProof="1"/>
          </a:p>
        </p:txBody>
      </p:sp>
      <p:sp>
        <p:nvSpPr>
          <p:cNvPr id="28" name="Text 26"/>
          <p:cNvSpPr/>
          <p:nvPr/>
        </p:nvSpPr>
        <p:spPr>
          <a:xfrm>
            <a:off x="7225159" y="5038725"/>
            <a:ext cx="2880821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fr-FR" sz="1950" noProof="1">
                <a:solidFill>
                  <a:srgbClr val="5C474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Templates réutilisables</a:t>
            </a:r>
            <a:endParaRPr lang="fr-FR" sz="1950" noProof="1"/>
          </a:p>
        </p:txBody>
      </p:sp>
      <p:sp>
        <p:nvSpPr>
          <p:cNvPr id="29" name="Text 27"/>
          <p:cNvSpPr/>
          <p:nvPr/>
        </p:nvSpPr>
        <p:spPr>
          <a:xfrm>
            <a:off x="6937325" y="5553075"/>
            <a:ext cx="26878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fr-FR" sz="1800" noProof="1">
                <a:solidFill>
                  <a:srgbClr val="C4BB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fr-FR" sz="1800" noProof="1"/>
          </a:p>
        </p:txBody>
      </p:sp>
      <p:sp>
        <p:nvSpPr>
          <p:cNvPr id="30" name="Text 28"/>
          <p:cNvSpPr/>
          <p:nvPr/>
        </p:nvSpPr>
        <p:spPr>
          <a:xfrm>
            <a:off x="7225159" y="5505450"/>
            <a:ext cx="279209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fr-FR" sz="1950" noProof="1">
                <a:solidFill>
                  <a:srgbClr val="5C474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Assignation de tâches</a:t>
            </a:r>
            <a:endParaRPr lang="fr-FR" sz="1950" noProof="1"/>
          </a:p>
        </p:txBody>
      </p:sp>
      <p:sp>
        <p:nvSpPr>
          <p:cNvPr id="31" name="Text 29"/>
          <p:cNvSpPr/>
          <p:nvPr/>
        </p:nvSpPr>
        <p:spPr>
          <a:xfrm>
            <a:off x="6937325" y="6019800"/>
            <a:ext cx="26878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fr-FR" sz="1800" noProof="1">
                <a:solidFill>
                  <a:srgbClr val="C4BB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fr-FR" sz="1800" noProof="1"/>
          </a:p>
        </p:txBody>
      </p:sp>
      <p:sp>
        <p:nvSpPr>
          <p:cNvPr id="32" name="Text 30"/>
          <p:cNvSpPr/>
          <p:nvPr/>
        </p:nvSpPr>
        <p:spPr>
          <a:xfrm>
            <a:off x="7225159" y="5972175"/>
            <a:ext cx="3462159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fr-FR" sz="1950" noProof="1">
                <a:solidFill>
                  <a:srgbClr val="5C474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Profil famille + rappels J-30</a:t>
            </a:r>
            <a:endParaRPr lang="fr-FR" sz="1950" noProof="1"/>
          </a:p>
        </p:txBody>
      </p:sp>
      <p:sp>
        <p:nvSpPr>
          <p:cNvPr id="33" name="Shape 31"/>
          <p:cNvSpPr/>
          <p:nvPr/>
        </p:nvSpPr>
        <p:spPr>
          <a:xfrm>
            <a:off x="12036326" y="2790825"/>
            <a:ext cx="9525" cy="6124575"/>
          </a:xfrm>
          <a:prstGeom prst="rect">
            <a:avLst/>
          </a:prstGeom>
          <a:solidFill>
            <a:srgbClr val="5C4742">
              <a:alpha val="8000"/>
            </a:srgbClr>
          </a:solidFill>
          <a:ln/>
        </p:spPr>
        <p:txBody>
          <a:bodyPr/>
          <a:lstStyle/>
          <a:p>
            <a:endParaRPr lang="fr-FR" noProof="1"/>
          </a:p>
        </p:txBody>
      </p:sp>
      <p:sp>
        <p:nvSpPr>
          <p:cNvPr id="34" name="Shape 32"/>
          <p:cNvSpPr/>
          <p:nvPr/>
        </p:nvSpPr>
        <p:spPr>
          <a:xfrm>
            <a:off x="12731651" y="2790825"/>
            <a:ext cx="617786" cy="409575"/>
          </a:xfrm>
          <a:prstGeom prst="roundRect">
            <a:avLst>
              <a:gd name="adj" fmla="val 4651"/>
            </a:avLst>
          </a:prstGeom>
          <a:ln w="9525">
            <a:solidFill>
              <a:srgbClr val="1C1714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fr-FR" noProof="1"/>
          </a:p>
        </p:txBody>
      </p:sp>
      <p:sp>
        <p:nvSpPr>
          <p:cNvPr id="35" name="Text 33"/>
          <p:cNvSpPr/>
          <p:nvPr/>
        </p:nvSpPr>
        <p:spPr>
          <a:xfrm>
            <a:off x="12874526" y="2847975"/>
            <a:ext cx="408236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fr-FR" sz="1800" b="1" kern="0" spc="150" noProof="1">
                <a:solidFill>
                  <a:srgbClr val="A597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V3</a:t>
            </a:r>
            <a:endParaRPr lang="fr-FR" sz="1800" noProof="1"/>
          </a:p>
        </p:txBody>
      </p:sp>
      <p:sp>
        <p:nvSpPr>
          <p:cNvPr id="36" name="Text 34"/>
          <p:cNvSpPr/>
          <p:nvPr/>
        </p:nvSpPr>
        <p:spPr>
          <a:xfrm>
            <a:off x="13463736" y="2857500"/>
            <a:ext cx="12128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fr-FR" sz="1650" kern="0" spc="75" noProof="1">
                <a:solidFill>
                  <a:srgbClr val="C4BBA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12–18 mois</a:t>
            </a:r>
            <a:endParaRPr lang="fr-FR" sz="1650" noProof="1"/>
          </a:p>
        </p:txBody>
      </p:sp>
      <p:sp>
        <p:nvSpPr>
          <p:cNvPr id="37" name="Text 35"/>
          <p:cNvSpPr/>
          <p:nvPr/>
        </p:nvSpPr>
        <p:spPr>
          <a:xfrm>
            <a:off x="12731651" y="3390900"/>
            <a:ext cx="4545596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fr-FR" sz="3150" kern="0" spc="-22" noProof="1">
                <a:solidFill>
                  <a:srgbClr val="1C1714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Automatisation poussée</a:t>
            </a:r>
            <a:endParaRPr lang="fr-FR" sz="3150" noProof="1"/>
          </a:p>
        </p:txBody>
      </p:sp>
      <p:sp>
        <p:nvSpPr>
          <p:cNvPr id="38" name="Text 36"/>
          <p:cNvSpPr/>
          <p:nvPr/>
        </p:nvSpPr>
        <p:spPr>
          <a:xfrm>
            <a:off x="12731651" y="4419600"/>
            <a:ext cx="4545596" cy="819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fr-FR" sz="1950" i="1" noProof="1">
                <a:solidFill>
                  <a:srgbClr val="A597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"Allset anticipe — je n'ai presque rien à saisir."</a:t>
            </a:r>
            <a:endParaRPr lang="fr-FR" sz="1950" noProof="1"/>
          </a:p>
        </p:txBody>
      </p:sp>
      <p:sp>
        <p:nvSpPr>
          <p:cNvPr id="39" name="Text 37"/>
          <p:cNvSpPr/>
          <p:nvPr/>
        </p:nvSpPr>
        <p:spPr>
          <a:xfrm>
            <a:off x="12731651" y="5476875"/>
            <a:ext cx="26878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fr-FR" sz="1800" noProof="1">
                <a:solidFill>
                  <a:srgbClr val="C4BB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fr-FR" sz="1800" noProof="1"/>
          </a:p>
        </p:txBody>
      </p:sp>
      <p:sp>
        <p:nvSpPr>
          <p:cNvPr id="40" name="Text 38"/>
          <p:cNvSpPr/>
          <p:nvPr/>
        </p:nvSpPr>
        <p:spPr>
          <a:xfrm>
            <a:off x="13019484" y="5429250"/>
            <a:ext cx="2974628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fr-FR" sz="1950" noProof="1">
                <a:solidFill>
                  <a:srgbClr val="5C474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Import email / PDF auto</a:t>
            </a:r>
            <a:endParaRPr lang="fr-FR" sz="1950" noProof="1"/>
          </a:p>
        </p:txBody>
      </p:sp>
      <p:sp>
        <p:nvSpPr>
          <p:cNvPr id="41" name="Text 39"/>
          <p:cNvSpPr/>
          <p:nvPr/>
        </p:nvSpPr>
        <p:spPr>
          <a:xfrm>
            <a:off x="12731651" y="5943600"/>
            <a:ext cx="26878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fr-FR" sz="1800" noProof="1">
                <a:solidFill>
                  <a:srgbClr val="C4BB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fr-FR" sz="1800" noProof="1"/>
          </a:p>
        </p:txBody>
      </p:sp>
      <p:sp>
        <p:nvSpPr>
          <p:cNvPr id="42" name="Text 40"/>
          <p:cNvSpPr/>
          <p:nvPr/>
        </p:nvSpPr>
        <p:spPr>
          <a:xfrm>
            <a:off x="13019484" y="5895975"/>
            <a:ext cx="1863194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fr-FR" sz="1950" noProof="1">
                <a:solidFill>
                  <a:srgbClr val="5C474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Mode veille J-1</a:t>
            </a:r>
            <a:endParaRPr lang="fr-FR" sz="1950" noProof="1"/>
          </a:p>
        </p:txBody>
      </p:sp>
      <p:sp>
        <p:nvSpPr>
          <p:cNvPr id="43" name="Text 41"/>
          <p:cNvSpPr/>
          <p:nvPr/>
        </p:nvSpPr>
        <p:spPr>
          <a:xfrm>
            <a:off x="12731651" y="6410325"/>
            <a:ext cx="26878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fr-FR" sz="1800" noProof="1">
                <a:solidFill>
                  <a:srgbClr val="C4BB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fr-FR" sz="1800" noProof="1"/>
          </a:p>
        </p:txBody>
      </p:sp>
      <p:sp>
        <p:nvSpPr>
          <p:cNvPr id="44" name="Text 42"/>
          <p:cNvSpPr/>
          <p:nvPr/>
        </p:nvSpPr>
        <p:spPr>
          <a:xfrm>
            <a:off x="13019484" y="6362700"/>
            <a:ext cx="3323823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fr-FR" sz="1950" noProof="1">
                <a:solidFill>
                  <a:srgbClr val="5C474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Réactivation voyage passé</a:t>
            </a:r>
            <a:endParaRPr lang="fr-FR" sz="1950" noProof="1"/>
          </a:p>
        </p:txBody>
      </p:sp>
      <p:sp>
        <p:nvSpPr>
          <p:cNvPr id="45" name="Shape 43"/>
          <p:cNvSpPr/>
          <p:nvPr/>
        </p:nvSpPr>
        <p:spPr>
          <a:xfrm>
            <a:off x="1143000" y="9220200"/>
            <a:ext cx="16002000" cy="9525"/>
          </a:xfrm>
          <a:prstGeom prst="rect">
            <a:avLst/>
          </a:prstGeom>
          <a:solidFill>
            <a:srgbClr val="5C4742">
              <a:alpha val="12000"/>
            </a:srgbClr>
          </a:solidFill>
          <a:ln/>
        </p:spPr>
        <p:txBody>
          <a:bodyPr/>
          <a:lstStyle/>
          <a:p>
            <a:endParaRPr lang="fr-FR" noProof="1"/>
          </a:p>
        </p:txBody>
      </p:sp>
      <p:sp>
        <p:nvSpPr>
          <p:cNvPr id="46" name="Text 44"/>
          <p:cNvSpPr/>
          <p:nvPr/>
        </p:nvSpPr>
        <p:spPr>
          <a:xfrm>
            <a:off x="1143000" y="9420225"/>
            <a:ext cx="99506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fr-FR" sz="1800" kern="0" spc="188" noProof="1">
                <a:solidFill>
                  <a:srgbClr val="1C1714">
                    <a:alpha val="22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ALLSET</a:t>
            </a:r>
            <a:endParaRPr lang="fr-FR" sz="1800" noProof="1"/>
          </a:p>
        </p:txBody>
      </p:sp>
      <p:sp>
        <p:nvSpPr>
          <p:cNvPr id="47" name="Text 45"/>
          <p:cNvSpPr/>
          <p:nvPr/>
        </p:nvSpPr>
        <p:spPr>
          <a:xfrm>
            <a:off x="16607730" y="9420225"/>
            <a:ext cx="61347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fr-FR" sz="1800" noProof="1">
                <a:solidFill>
                  <a:srgbClr val="1C1714">
                    <a:alpha val="18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10 · 11</a:t>
            </a:r>
            <a:endParaRPr lang="fr-FR" sz="1800" noProof="1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171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7563CED-035F-425B-7033-00E7DC5D21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B02E4F2-7697-EBC0-B736-1D1C43066CD6}"/>
              </a:ext>
            </a:extLst>
          </p:cNvPr>
          <p:cNvSpPr/>
          <p:nvPr/>
        </p:nvSpPr>
        <p:spPr>
          <a:xfrm>
            <a:off x="12553950" y="4552950"/>
            <a:ext cx="7639050" cy="7639050"/>
          </a:xfrm>
          <a:prstGeom prst="ellipse">
            <a:avLst/>
          </a:prstGeom>
          <a:ln w="9525">
            <a:solidFill>
              <a:srgbClr val="C4BBAF">
                <a:alpha val="5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C330C54B-3983-BCD6-7FA6-8194C24E88FF}"/>
              </a:ext>
            </a:extLst>
          </p:cNvPr>
          <p:cNvSpPr/>
          <p:nvPr/>
        </p:nvSpPr>
        <p:spPr>
          <a:xfrm>
            <a:off x="1143000" y="762000"/>
            <a:ext cx="995064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400" b="0" i="1" u="none" strike="noStrike" kern="1200" cap="none" spc="0" normalizeH="0" baseline="0" noProof="1">
                <a:ln>
                  <a:noFill/>
                </a:ln>
                <a:solidFill>
                  <a:srgbClr val="F5F0E8">
                    <a:alpha val="28000"/>
                  </a:srgbClr>
                </a:solidFill>
                <a:effectLst/>
                <a:uLnTx/>
                <a:uFillTx/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allset</a:t>
            </a:r>
            <a:endParaRPr kumimoji="0" lang="fr-FR" sz="2400" b="0" i="0" u="none" strike="noStrike" kern="1200" cap="none" spc="0" normalizeH="0" baseline="0" noProof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DF073902-FD8F-5412-E68D-57CEE8206006}"/>
              </a:ext>
            </a:extLst>
          </p:cNvPr>
          <p:cNvSpPr/>
          <p:nvPr/>
        </p:nvSpPr>
        <p:spPr>
          <a:xfrm>
            <a:off x="1143000" y="3321844"/>
            <a:ext cx="11772900" cy="1714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6000" i="1" kern="0" spc="-75" noProof="1">
                <a:solidFill>
                  <a:srgbClr val="F5F0E8"/>
                </a:solidFill>
                <a:latin typeface="Cormorant Garamond" pitchFamily="34" charset="0"/>
                <a:ea typeface="Cormorant Garamond" pitchFamily="34" charset="-122"/>
              </a:rPr>
              <a:t>ANNEXES</a:t>
            </a:r>
            <a:endParaRPr kumimoji="0" lang="fr-FR" sz="6000" b="0" i="0" u="none" strike="noStrike" kern="1200" cap="none" spc="0" normalizeH="0" baseline="0" noProof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369B883E-3DA0-FCDC-2FA0-D30D23DAB1B6}"/>
              </a:ext>
            </a:extLst>
          </p:cNvPr>
          <p:cNvSpPr/>
          <p:nvPr/>
        </p:nvSpPr>
        <p:spPr>
          <a:xfrm>
            <a:off x="1143000" y="5493544"/>
            <a:ext cx="381000" cy="14288"/>
          </a:xfrm>
          <a:prstGeom prst="rect">
            <a:avLst/>
          </a:prstGeom>
          <a:solidFill>
            <a:srgbClr val="8D5B4C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D35BC84F-347E-F4C7-4B33-D9243597461E}"/>
              </a:ext>
            </a:extLst>
          </p:cNvPr>
          <p:cNvSpPr/>
          <p:nvPr/>
        </p:nvSpPr>
        <p:spPr>
          <a:xfrm>
            <a:off x="1143000" y="6003131"/>
            <a:ext cx="3738667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0" i="0" u="none" strike="noStrike" kern="0" cap="none" spc="225" normalizeH="0" baseline="0" noProof="1">
                <a:ln>
                  <a:noFill/>
                </a:ln>
                <a:solidFill>
                  <a:srgbClr val="F5F0E8">
                    <a:alpha val="22000"/>
                  </a:srgbClr>
                </a:solidFill>
                <a:effectLst/>
                <a:uLnTx/>
                <a:uFillTx/>
                <a:latin typeface="DM Sans" pitchFamily="34" charset="0"/>
                <a:ea typeface="DM Sans" pitchFamily="34" charset="-122"/>
                <a:cs typeface="DM Sans" pitchFamily="34" charset="-120"/>
              </a:rPr>
              <a:t>AMBITION</a:t>
            </a:r>
            <a:endParaRPr kumimoji="0" lang="fr-FR" sz="1800" b="0" i="0" u="none" strike="noStrike" kern="1200" cap="none" spc="0" normalizeH="0" baseline="0" noProof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B26384BA-6D66-1C2F-0620-B9C96706372B}"/>
              </a:ext>
            </a:extLst>
          </p:cNvPr>
          <p:cNvSpPr/>
          <p:nvPr/>
        </p:nvSpPr>
        <p:spPr>
          <a:xfrm>
            <a:off x="5303788" y="6003131"/>
            <a:ext cx="4814739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0" i="0" u="none" strike="noStrike" kern="0" cap="none" spc="225" normalizeH="0" baseline="0" noProof="1">
                <a:ln>
                  <a:noFill/>
                </a:ln>
                <a:solidFill>
                  <a:srgbClr val="F5F0E8">
                    <a:alpha val="22000"/>
                  </a:srgbClr>
                </a:solidFill>
                <a:effectLst/>
                <a:uLnTx/>
                <a:uFillTx/>
                <a:latin typeface="DM Sans" pitchFamily="34" charset="0"/>
                <a:ea typeface="DM Sans" pitchFamily="34" charset="-122"/>
                <a:cs typeface="DM Sans" pitchFamily="34" charset="-120"/>
              </a:rPr>
              <a:t>COMMENT ÇA MARCHE</a:t>
            </a:r>
            <a:endParaRPr kumimoji="0" lang="fr-FR" sz="1800" b="0" i="0" u="none" strike="noStrike" kern="1200" cap="none" spc="0" normalizeH="0" baseline="0" noProof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262D73C6-9266-E665-1900-2689505904AA}"/>
              </a:ext>
            </a:extLst>
          </p:cNvPr>
          <p:cNvSpPr/>
          <p:nvPr/>
        </p:nvSpPr>
        <p:spPr>
          <a:xfrm>
            <a:off x="10442823" y="6003131"/>
            <a:ext cx="234319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0" i="0" u="none" strike="noStrike" kern="0" cap="none" spc="225" normalizeH="0" baseline="0" noProof="1">
                <a:ln>
                  <a:noFill/>
                </a:ln>
                <a:solidFill>
                  <a:srgbClr val="F5F0E8">
                    <a:alpha val="22000"/>
                  </a:srgbClr>
                </a:solidFill>
                <a:effectLst/>
                <a:uLnTx/>
                <a:uFillTx/>
                <a:latin typeface="DM Sans" pitchFamily="34" charset="0"/>
                <a:ea typeface="DM Sans" pitchFamily="34" charset="-122"/>
                <a:cs typeface="DM Sans" pitchFamily="34" charset="-120"/>
              </a:rPr>
              <a:t>MOMENT AHA</a:t>
            </a:r>
            <a:endParaRPr kumimoji="0" lang="fr-FR" sz="1800" b="0" i="0" u="none" strike="noStrike" kern="1200" cap="none" spc="0" normalizeH="0" baseline="0" noProof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66AC7834-92DB-F57E-C787-A317B41513E7}"/>
              </a:ext>
            </a:extLst>
          </p:cNvPr>
          <p:cNvSpPr/>
          <p:nvPr/>
        </p:nvSpPr>
        <p:spPr>
          <a:xfrm>
            <a:off x="1143000" y="9220200"/>
            <a:ext cx="16002000" cy="9525"/>
          </a:xfrm>
          <a:prstGeom prst="rect">
            <a:avLst/>
          </a:prstGeom>
          <a:solidFill>
            <a:srgbClr val="C4BBAF">
              <a:alpha val="10000"/>
            </a:srgbClr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FA5E7051-0A1D-E3CA-EA23-DC4915DC2779}"/>
              </a:ext>
            </a:extLst>
          </p:cNvPr>
          <p:cNvSpPr/>
          <p:nvPr/>
        </p:nvSpPr>
        <p:spPr>
          <a:xfrm>
            <a:off x="1143000" y="9420225"/>
            <a:ext cx="99506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0" i="0" u="none" strike="noStrike" kern="0" cap="none" spc="188" normalizeH="0" baseline="0" noProof="1">
                <a:ln>
                  <a:noFill/>
                </a:ln>
                <a:solidFill>
                  <a:srgbClr val="F5F0E8">
                    <a:alpha val="18000"/>
                  </a:srgbClr>
                </a:solidFill>
                <a:effectLst/>
                <a:uLnTx/>
                <a:uFillTx/>
                <a:latin typeface="DM Sans" pitchFamily="34" charset="0"/>
                <a:ea typeface="DM Sans" pitchFamily="34" charset="-122"/>
                <a:cs typeface="DM Sans" pitchFamily="34" charset="-120"/>
              </a:rPr>
              <a:t>ALLSET</a:t>
            </a:r>
            <a:endParaRPr kumimoji="0" lang="fr-FR" sz="1800" b="0" i="0" u="none" strike="noStrike" kern="1200" cap="none" spc="0" normalizeH="0" baseline="0" noProof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4874E3BD-F674-1CDC-EA12-2E9321949F36}"/>
              </a:ext>
            </a:extLst>
          </p:cNvPr>
          <p:cNvSpPr/>
          <p:nvPr/>
        </p:nvSpPr>
        <p:spPr>
          <a:xfrm>
            <a:off x="16692711" y="9420225"/>
            <a:ext cx="528489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0" i="0" u="none" strike="noStrike" kern="1200" cap="none" spc="0" normalizeH="0" baseline="0" noProof="1">
                <a:ln>
                  <a:noFill/>
                </a:ln>
                <a:solidFill>
                  <a:srgbClr val="F5F0E8">
                    <a:alpha val="13000"/>
                  </a:srgbClr>
                </a:solidFill>
                <a:effectLst/>
                <a:uLnTx/>
                <a:uFillTx/>
                <a:latin typeface="DM Sans" pitchFamily="34" charset="0"/>
                <a:ea typeface="DM Sans" pitchFamily="34" charset="-122"/>
                <a:cs typeface="DM Sans" pitchFamily="34" charset="-120"/>
              </a:rPr>
              <a:t>11 · 11</a:t>
            </a:r>
            <a:endParaRPr kumimoji="0" lang="fr-FR" sz="1800" b="0" i="0" u="none" strike="noStrike" kern="1200" cap="none" spc="0" normalizeH="0" baseline="0" noProof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1">
            <a:extLst>
              <a:ext uri="{FF2B5EF4-FFF2-40B4-BE49-F238E27FC236}">
                <a16:creationId xmlns:a16="http://schemas.microsoft.com/office/drawing/2014/main" id="{6CFDFA85-BA9E-107A-8E60-15A290722EFD}"/>
              </a:ext>
            </a:extLst>
          </p:cNvPr>
          <p:cNvSpPr/>
          <p:nvPr/>
        </p:nvSpPr>
        <p:spPr>
          <a:xfrm>
            <a:off x="14349516" y="6003131"/>
            <a:ext cx="234319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0" i="0" u="none" strike="noStrike" kern="0" cap="none" spc="225" normalizeH="0" baseline="0" noProof="1">
                <a:ln>
                  <a:noFill/>
                </a:ln>
                <a:solidFill>
                  <a:srgbClr val="F5F0E8">
                    <a:alpha val="22000"/>
                  </a:srgbClr>
                </a:solidFill>
                <a:effectLst/>
                <a:uLnTx/>
                <a:uFillTx/>
                <a:latin typeface="DM Sans" pitchFamily="34" charset="0"/>
                <a:ea typeface="DM Sans" pitchFamily="34" charset="-122"/>
                <a:cs typeface="DM Sans" pitchFamily="34" charset="-120"/>
              </a:rPr>
              <a:t>INTERFACE</a:t>
            </a:r>
            <a:endParaRPr kumimoji="0" lang="fr-FR" sz="1800" b="0" i="0" u="none" strike="noStrike" kern="1200" cap="none" spc="0" normalizeH="0" baseline="0" noProof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151425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C17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553950" y="4552950"/>
            <a:ext cx="7639050" cy="7639050"/>
          </a:xfrm>
          <a:prstGeom prst="ellipse">
            <a:avLst/>
          </a:prstGeom>
          <a:ln w="9525">
            <a:solidFill>
              <a:srgbClr val="C4BBAF">
                <a:alpha val="5000"/>
              </a:srgbClr>
            </a:solidFill>
            <a:prstDash val="solid"/>
          </a:ln>
        </p:spPr>
        <p:txBody>
          <a:bodyPr/>
          <a:lstStyle/>
          <a:p>
            <a:endParaRPr lang="fr-FR" noProof="1"/>
          </a:p>
        </p:txBody>
      </p:sp>
      <p:sp>
        <p:nvSpPr>
          <p:cNvPr id="3" name="Shape 1"/>
          <p:cNvSpPr/>
          <p:nvPr/>
        </p:nvSpPr>
        <p:spPr>
          <a:xfrm>
            <a:off x="14077950" y="6076950"/>
            <a:ext cx="5353050" cy="5353050"/>
          </a:xfrm>
          <a:prstGeom prst="ellipse">
            <a:avLst/>
          </a:prstGeom>
          <a:ln w="9525">
            <a:solidFill>
              <a:srgbClr val="8D5B4C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fr-FR" noProof="1"/>
          </a:p>
        </p:txBody>
      </p:sp>
      <p:sp>
        <p:nvSpPr>
          <p:cNvPr id="4" name="Text 2"/>
          <p:cNvSpPr/>
          <p:nvPr/>
        </p:nvSpPr>
        <p:spPr>
          <a:xfrm>
            <a:off x="1143000" y="762000"/>
            <a:ext cx="995064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fr-FR" sz="2400" i="1" noProof="1">
                <a:solidFill>
                  <a:srgbClr val="F5F0E8">
                    <a:alpha val="28000"/>
                  </a:srgbClr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allset</a:t>
            </a:r>
            <a:endParaRPr lang="fr-FR" sz="2400" noProof="1"/>
          </a:p>
        </p:txBody>
      </p:sp>
      <p:sp>
        <p:nvSpPr>
          <p:cNvPr id="5" name="Text 3"/>
          <p:cNvSpPr/>
          <p:nvPr/>
        </p:nvSpPr>
        <p:spPr>
          <a:xfrm>
            <a:off x="16175385" y="800100"/>
            <a:ext cx="104581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fr-FR" sz="1800" kern="0" spc="300" noProof="1">
                <a:solidFill>
                  <a:srgbClr val="F5F0E8">
                    <a:alpha val="18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VISION</a:t>
            </a:r>
            <a:endParaRPr lang="fr-FR" sz="1800" noProof="1"/>
          </a:p>
        </p:txBody>
      </p:sp>
      <p:sp>
        <p:nvSpPr>
          <p:cNvPr id="6" name="Text 4"/>
          <p:cNvSpPr/>
          <p:nvPr/>
        </p:nvSpPr>
        <p:spPr>
          <a:xfrm>
            <a:off x="1143000" y="2645569"/>
            <a:ext cx="125730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fr-FR" sz="1800" kern="0" spc="375" noProof="1">
                <a:solidFill>
                  <a:srgbClr val="8D5B4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L'AMBITION</a:t>
            </a:r>
            <a:endParaRPr lang="fr-FR" sz="1800" noProof="1"/>
          </a:p>
        </p:txBody>
      </p:sp>
      <p:sp>
        <p:nvSpPr>
          <p:cNvPr id="7" name="Text 5"/>
          <p:cNvSpPr/>
          <p:nvPr/>
        </p:nvSpPr>
        <p:spPr>
          <a:xfrm>
            <a:off x="1143000" y="3321844"/>
            <a:ext cx="11772900" cy="1714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fr-FR" sz="6000" i="1" kern="0" spc="-75" noProof="1">
                <a:solidFill>
                  <a:srgbClr val="F5F0E8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"Allset devient le carnet de voyage de toutes les familles."</a:t>
            </a:r>
            <a:endParaRPr lang="fr-FR" sz="6000" noProof="1"/>
          </a:p>
        </p:txBody>
      </p:sp>
      <p:sp>
        <p:nvSpPr>
          <p:cNvPr id="8" name="Shape 6"/>
          <p:cNvSpPr/>
          <p:nvPr/>
        </p:nvSpPr>
        <p:spPr>
          <a:xfrm>
            <a:off x="1143000" y="5493544"/>
            <a:ext cx="381000" cy="14288"/>
          </a:xfrm>
          <a:prstGeom prst="rect">
            <a:avLst/>
          </a:prstGeom>
          <a:solidFill>
            <a:srgbClr val="8D5B4C"/>
          </a:solidFill>
          <a:ln/>
        </p:spPr>
        <p:txBody>
          <a:bodyPr/>
          <a:lstStyle/>
          <a:p>
            <a:endParaRPr lang="fr-FR" noProof="1"/>
          </a:p>
        </p:txBody>
      </p:sp>
      <p:sp>
        <p:nvSpPr>
          <p:cNvPr id="9" name="Text 7"/>
          <p:cNvSpPr/>
          <p:nvPr/>
        </p:nvSpPr>
        <p:spPr>
          <a:xfrm>
            <a:off x="1143000" y="6003131"/>
            <a:ext cx="3738667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fr-FR" sz="1800" kern="0" spc="225" noProof="1">
                <a:solidFill>
                  <a:srgbClr val="F5F0E8">
                    <a:alpha val="22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MODÈLE</a:t>
            </a:r>
            <a:endParaRPr lang="fr-FR" sz="1800" noProof="1"/>
          </a:p>
        </p:txBody>
      </p:sp>
      <p:sp>
        <p:nvSpPr>
          <p:cNvPr id="10" name="Text 8"/>
          <p:cNvSpPr/>
          <p:nvPr/>
        </p:nvSpPr>
        <p:spPr>
          <a:xfrm>
            <a:off x="1143000" y="6393656"/>
            <a:ext cx="3500752" cy="1352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65000"/>
              </a:lnSpc>
              <a:buNone/>
            </a:pPr>
            <a:r>
              <a:rPr lang="fr-FR" sz="2100" noProof="1">
                <a:solidFill>
                  <a:srgbClr val="F5F0E8">
                    <a:alpha val="50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Freemium · abonnement famille B2B2C agences de voyage</a:t>
            </a:r>
            <a:endParaRPr lang="fr-FR" sz="2100" noProof="1"/>
          </a:p>
        </p:txBody>
      </p:sp>
      <p:sp>
        <p:nvSpPr>
          <p:cNvPr id="11" name="Text 9"/>
          <p:cNvSpPr/>
          <p:nvPr/>
        </p:nvSpPr>
        <p:spPr>
          <a:xfrm>
            <a:off x="5303788" y="6003131"/>
            <a:ext cx="4814739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fr-FR" sz="1800" kern="0" spc="225" noProof="1">
                <a:solidFill>
                  <a:srgbClr val="F5F0E8">
                    <a:alpha val="22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VIRALITÉ</a:t>
            </a:r>
            <a:endParaRPr lang="fr-FR" sz="1800" noProof="1"/>
          </a:p>
        </p:txBody>
      </p:sp>
      <p:sp>
        <p:nvSpPr>
          <p:cNvPr id="12" name="Text 10"/>
          <p:cNvSpPr/>
          <p:nvPr/>
        </p:nvSpPr>
        <p:spPr>
          <a:xfrm>
            <a:off x="5303788" y="6393656"/>
            <a:ext cx="4508346" cy="1352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65000"/>
              </a:lnSpc>
              <a:buNone/>
            </a:pPr>
            <a:r>
              <a:rPr lang="fr-FR" sz="2100" noProof="1">
                <a:solidFill>
                  <a:srgbClr val="F5F0E8">
                    <a:alpha val="50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Chaque lien partagé est une invitation — le partenaire devient utilisateur</a:t>
            </a:r>
            <a:endParaRPr lang="fr-FR" sz="2100" noProof="1"/>
          </a:p>
        </p:txBody>
      </p:sp>
      <p:sp>
        <p:nvSpPr>
          <p:cNvPr id="13" name="Text 11"/>
          <p:cNvSpPr/>
          <p:nvPr/>
        </p:nvSpPr>
        <p:spPr>
          <a:xfrm>
            <a:off x="10442823" y="6003131"/>
            <a:ext cx="234319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fr-FR" sz="1800" kern="0" spc="225" noProof="1">
                <a:solidFill>
                  <a:srgbClr val="F5F0E8">
                    <a:alpha val="22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CONTACT</a:t>
            </a:r>
            <a:endParaRPr lang="fr-FR" sz="1800" noProof="1"/>
          </a:p>
        </p:txBody>
      </p:sp>
      <p:sp>
        <p:nvSpPr>
          <p:cNvPr id="14" name="Text 12"/>
          <p:cNvSpPr/>
          <p:nvPr/>
        </p:nvSpPr>
        <p:spPr>
          <a:xfrm>
            <a:off x="10442823" y="6393656"/>
            <a:ext cx="2206377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65000"/>
              </a:lnSpc>
              <a:buNone/>
            </a:pPr>
            <a:r>
              <a:rPr lang="fr-FR" sz="2100" u="sng" noProof="1">
                <a:solidFill>
                  <a:srgbClr val="0000EE"/>
                </a:solidFill>
                <a:latin typeface="DM Sans" pitchFamily="34" charset="0"/>
                <a:ea typeface="DM Sans" pitchFamily="34" charset="-122"/>
                <a:cs typeface="DM Sans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[email protected] </a:t>
            </a:r>
            <a:r>
              <a:rPr lang="fr-FR" sz="2100" noProof="1">
                <a:solidFill>
                  <a:srgbClr val="F5F0E8">
                    <a:alpha val="50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allset.app</a:t>
            </a:r>
            <a:endParaRPr lang="fr-FR" sz="2100" noProof="1"/>
          </a:p>
        </p:txBody>
      </p:sp>
      <p:sp>
        <p:nvSpPr>
          <p:cNvPr id="15" name="Shape 13"/>
          <p:cNvSpPr/>
          <p:nvPr/>
        </p:nvSpPr>
        <p:spPr>
          <a:xfrm>
            <a:off x="1143000" y="9220200"/>
            <a:ext cx="16002000" cy="9525"/>
          </a:xfrm>
          <a:prstGeom prst="rect">
            <a:avLst/>
          </a:prstGeom>
          <a:solidFill>
            <a:srgbClr val="C4BBAF">
              <a:alpha val="10000"/>
            </a:srgbClr>
          </a:solidFill>
          <a:ln/>
        </p:spPr>
        <p:txBody>
          <a:bodyPr/>
          <a:lstStyle/>
          <a:p>
            <a:endParaRPr lang="fr-FR" noProof="1"/>
          </a:p>
        </p:txBody>
      </p:sp>
      <p:sp>
        <p:nvSpPr>
          <p:cNvPr id="16" name="Text 14"/>
          <p:cNvSpPr/>
          <p:nvPr/>
        </p:nvSpPr>
        <p:spPr>
          <a:xfrm>
            <a:off x="1143000" y="9420225"/>
            <a:ext cx="99506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fr-FR" sz="1800" kern="0" spc="188" noProof="1">
                <a:solidFill>
                  <a:srgbClr val="F5F0E8">
                    <a:alpha val="18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ALLSET</a:t>
            </a:r>
            <a:endParaRPr lang="fr-FR" sz="1800" noProof="1"/>
          </a:p>
        </p:txBody>
      </p:sp>
      <p:sp>
        <p:nvSpPr>
          <p:cNvPr id="17" name="Text 15"/>
          <p:cNvSpPr/>
          <p:nvPr/>
        </p:nvSpPr>
        <p:spPr>
          <a:xfrm>
            <a:off x="16692711" y="9420225"/>
            <a:ext cx="528489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fr-FR" sz="1800" noProof="1">
                <a:solidFill>
                  <a:srgbClr val="F5F0E8">
                    <a:alpha val="13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11 · 11</a:t>
            </a:r>
            <a:endParaRPr lang="fr-FR" sz="1800" noProof="1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2999" y="762000"/>
            <a:ext cx="1199147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fr-FR" sz="2400" i="1" noProof="1">
                <a:solidFill>
                  <a:srgbClr val="1C1714">
                    <a:alpha val="28000"/>
                  </a:srgbClr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allset</a:t>
            </a:r>
            <a:endParaRPr lang="fr-FR" sz="2400" noProof="1"/>
          </a:p>
        </p:txBody>
      </p:sp>
      <p:sp>
        <p:nvSpPr>
          <p:cNvPr id="3" name="Text 1"/>
          <p:cNvSpPr/>
          <p:nvPr/>
        </p:nvSpPr>
        <p:spPr>
          <a:xfrm>
            <a:off x="13964096" y="800100"/>
            <a:ext cx="3498994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fr-FR" sz="1800" kern="0" spc="300" noProof="1">
                <a:solidFill>
                  <a:srgbClr val="1C1714">
                    <a:alpha val="20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COMMENT ÇA MARCHE</a:t>
            </a:r>
            <a:endParaRPr lang="fr-FR" sz="1800" noProof="1"/>
          </a:p>
        </p:txBody>
      </p:sp>
      <p:sp>
        <p:nvSpPr>
          <p:cNvPr id="4" name="Text 2"/>
          <p:cNvSpPr/>
          <p:nvPr/>
        </p:nvSpPr>
        <p:spPr>
          <a:xfrm>
            <a:off x="1143000" y="1323975"/>
            <a:ext cx="17602200" cy="714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fr-FR" sz="4350" kern="0" spc="-37" noProof="1">
                <a:solidFill>
                  <a:srgbClr val="1C1714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Simple. Immédiat. Réutilisable.</a:t>
            </a:r>
            <a:endParaRPr lang="fr-FR" sz="4350" noProof="1"/>
          </a:p>
        </p:txBody>
      </p:sp>
      <p:sp>
        <p:nvSpPr>
          <p:cNvPr id="5" name="Shape 3"/>
          <p:cNvSpPr/>
          <p:nvPr/>
        </p:nvSpPr>
        <p:spPr>
          <a:xfrm>
            <a:off x="1143000" y="2533650"/>
            <a:ext cx="514350" cy="514350"/>
          </a:xfrm>
          <a:prstGeom prst="ellipse">
            <a:avLst/>
          </a:prstGeom>
          <a:ln w="9525">
            <a:solidFill>
              <a:srgbClr val="5C4742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fr-FR" noProof="1"/>
          </a:p>
        </p:txBody>
      </p:sp>
      <p:sp>
        <p:nvSpPr>
          <p:cNvPr id="6" name="Text 4"/>
          <p:cNvSpPr/>
          <p:nvPr/>
        </p:nvSpPr>
        <p:spPr>
          <a:xfrm>
            <a:off x="1346299" y="2628900"/>
            <a:ext cx="183803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fr-FR" sz="2550" b="1" noProof="1">
                <a:solidFill>
                  <a:srgbClr val="8D5B4C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1</a:t>
            </a:r>
            <a:endParaRPr lang="fr-FR" sz="2550" noProof="1"/>
          </a:p>
        </p:txBody>
      </p:sp>
      <p:sp>
        <p:nvSpPr>
          <p:cNvPr id="7" name="Shape 5"/>
          <p:cNvSpPr/>
          <p:nvPr/>
        </p:nvSpPr>
        <p:spPr>
          <a:xfrm>
            <a:off x="1809750" y="2786063"/>
            <a:ext cx="3460700" cy="9525"/>
          </a:xfrm>
          <a:prstGeom prst="rect">
            <a:avLst/>
          </a:prstGeom>
          <a:solidFill>
            <a:srgbClr val="5C4742">
              <a:alpha val="15000"/>
            </a:srgbClr>
          </a:solidFill>
          <a:ln/>
        </p:spPr>
        <p:txBody>
          <a:bodyPr/>
          <a:lstStyle/>
          <a:p>
            <a:endParaRPr lang="fr-FR" noProof="1"/>
          </a:p>
        </p:txBody>
      </p:sp>
      <p:sp>
        <p:nvSpPr>
          <p:cNvPr id="8" name="Text 6"/>
          <p:cNvSpPr/>
          <p:nvPr/>
        </p:nvSpPr>
        <p:spPr>
          <a:xfrm>
            <a:off x="1143000" y="3314700"/>
            <a:ext cx="454019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fr-FR" sz="1800" kern="0" spc="300" noProof="1">
                <a:solidFill>
                  <a:srgbClr val="C4BBA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CRÉER</a:t>
            </a:r>
            <a:endParaRPr lang="fr-FR" sz="1800" noProof="1"/>
          </a:p>
        </p:txBody>
      </p:sp>
      <p:sp>
        <p:nvSpPr>
          <p:cNvPr id="9" name="Text 7"/>
          <p:cNvSpPr/>
          <p:nvPr/>
        </p:nvSpPr>
        <p:spPr>
          <a:xfrm>
            <a:off x="1143000" y="3762375"/>
            <a:ext cx="4251274" cy="1085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fr-FR" sz="3750" kern="0" spc="-22" noProof="1">
                <a:solidFill>
                  <a:srgbClr val="1C1714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Vous créez votre voyage</a:t>
            </a:r>
            <a:endParaRPr lang="fr-FR" sz="3750" noProof="1"/>
          </a:p>
        </p:txBody>
      </p:sp>
      <p:sp>
        <p:nvSpPr>
          <p:cNvPr id="10" name="Text 8"/>
          <p:cNvSpPr/>
          <p:nvPr/>
        </p:nvSpPr>
        <p:spPr>
          <a:xfrm>
            <a:off x="1143000" y="5038725"/>
            <a:ext cx="4251274" cy="1381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fr-FR" sz="2100" noProof="1">
                <a:solidFill>
                  <a:srgbClr val="6B656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Titre, dates, destination, participants. Allset est prêt en moins d'une minute.</a:t>
            </a:r>
            <a:endParaRPr lang="fr-FR" sz="2100" noProof="1"/>
          </a:p>
        </p:txBody>
      </p:sp>
      <p:sp>
        <p:nvSpPr>
          <p:cNvPr id="11" name="Text 9"/>
          <p:cNvSpPr/>
          <p:nvPr/>
        </p:nvSpPr>
        <p:spPr>
          <a:xfrm>
            <a:off x="5880050" y="5010150"/>
            <a:ext cx="666750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fr-FR" sz="4650" noProof="1">
                <a:solidFill>
                  <a:srgbClr val="5C4742">
                    <a:alpha val="18000"/>
                  </a:srgbClr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→</a:t>
            </a:r>
            <a:endParaRPr lang="fr-FR" sz="4650" noProof="1"/>
          </a:p>
        </p:txBody>
      </p:sp>
      <p:sp>
        <p:nvSpPr>
          <p:cNvPr id="12" name="Shape 10"/>
          <p:cNvSpPr/>
          <p:nvPr/>
        </p:nvSpPr>
        <p:spPr>
          <a:xfrm>
            <a:off x="7080200" y="2533650"/>
            <a:ext cx="495300" cy="495300"/>
          </a:xfrm>
          <a:prstGeom prst="ellipse">
            <a:avLst/>
          </a:prstGeom>
          <a:solidFill>
            <a:srgbClr val="1C1714"/>
          </a:solidFill>
          <a:ln/>
        </p:spPr>
        <p:txBody>
          <a:bodyPr/>
          <a:lstStyle/>
          <a:p>
            <a:endParaRPr lang="fr-FR" noProof="1"/>
          </a:p>
        </p:txBody>
      </p:sp>
      <p:sp>
        <p:nvSpPr>
          <p:cNvPr id="13" name="Text 11"/>
          <p:cNvSpPr/>
          <p:nvPr/>
        </p:nvSpPr>
        <p:spPr>
          <a:xfrm>
            <a:off x="7262664" y="2619375"/>
            <a:ext cx="206425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fr-FR" sz="2550" b="1" noProof="1">
                <a:solidFill>
                  <a:srgbClr val="F5F0E8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2</a:t>
            </a:r>
            <a:endParaRPr lang="fr-FR" sz="2550" noProof="1"/>
          </a:p>
        </p:txBody>
      </p:sp>
      <p:sp>
        <p:nvSpPr>
          <p:cNvPr id="14" name="Shape 12"/>
          <p:cNvSpPr/>
          <p:nvPr/>
        </p:nvSpPr>
        <p:spPr>
          <a:xfrm>
            <a:off x="7727900" y="2776538"/>
            <a:ext cx="3479750" cy="9525"/>
          </a:xfrm>
          <a:prstGeom prst="rect">
            <a:avLst/>
          </a:prstGeom>
          <a:solidFill>
            <a:srgbClr val="5C4742">
              <a:alpha val="15000"/>
            </a:srgbClr>
          </a:solidFill>
          <a:ln/>
        </p:spPr>
        <p:txBody>
          <a:bodyPr/>
          <a:lstStyle/>
          <a:p>
            <a:endParaRPr lang="fr-FR" noProof="1"/>
          </a:p>
        </p:txBody>
      </p:sp>
      <p:sp>
        <p:nvSpPr>
          <p:cNvPr id="15" name="Text 13"/>
          <p:cNvSpPr/>
          <p:nvPr/>
        </p:nvSpPr>
        <p:spPr>
          <a:xfrm>
            <a:off x="7080200" y="3295650"/>
            <a:ext cx="454019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fr-FR" sz="1800" kern="0" spc="300" noProof="1">
                <a:solidFill>
                  <a:srgbClr val="C4BBA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GÉNÉRER</a:t>
            </a:r>
            <a:endParaRPr lang="fr-FR" sz="1800" noProof="1"/>
          </a:p>
        </p:txBody>
      </p:sp>
      <p:sp>
        <p:nvSpPr>
          <p:cNvPr id="16" name="Text 14"/>
          <p:cNvSpPr/>
          <p:nvPr/>
        </p:nvSpPr>
        <p:spPr>
          <a:xfrm>
            <a:off x="7080200" y="3743325"/>
            <a:ext cx="4251274" cy="1085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fr-FR" sz="3750" kern="0" spc="-22" noProof="1">
                <a:solidFill>
                  <a:srgbClr val="1C1714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Allset génère vos checklists</a:t>
            </a:r>
            <a:endParaRPr lang="fr-FR" sz="3750" noProof="1"/>
          </a:p>
        </p:txBody>
      </p:sp>
      <p:sp>
        <p:nvSpPr>
          <p:cNvPr id="17" name="Text 15"/>
          <p:cNvSpPr/>
          <p:nvPr/>
        </p:nvSpPr>
        <p:spPr>
          <a:xfrm>
            <a:off x="7080200" y="5019675"/>
            <a:ext cx="4251274" cy="2276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fr-FR" sz="2100" noProof="1">
                <a:solidFill>
                  <a:srgbClr val="6B656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Automatiquement par type d'étape — vol, hôtel, location voiture, logement. Chaque étape a sa checklist pré-remplie et éditable.</a:t>
            </a:r>
            <a:endParaRPr lang="fr-FR" sz="2100" noProof="1"/>
          </a:p>
        </p:txBody>
      </p:sp>
      <p:sp>
        <p:nvSpPr>
          <p:cNvPr id="18" name="Text 16"/>
          <p:cNvSpPr/>
          <p:nvPr/>
        </p:nvSpPr>
        <p:spPr>
          <a:xfrm>
            <a:off x="11817251" y="5010150"/>
            <a:ext cx="666750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fr-FR" sz="4650" noProof="1">
                <a:solidFill>
                  <a:srgbClr val="5C4742">
                    <a:alpha val="18000"/>
                  </a:srgbClr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→</a:t>
            </a:r>
            <a:endParaRPr lang="fr-FR" sz="4650" noProof="1"/>
          </a:p>
        </p:txBody>
      </p:sp>
      <p:sp>
        <p:nvSpPr>
          <p:cNvPr id="19" name="Shape 17"/>
          <p:cNvSpPr/>
          <p:nvPr/>
        </p:nvSpPr>
        <p:spPr>
          <a:xfrm>
            <a:off x="13017401" y="2533650"/>
            <a:ext cx="514350" cy="514350"/>
          </a:xfrm>
          <a:prstGeom prst="ellipse">
            <a:avLst/>
          </a:prstGeom>
          <a:ln w="9525">
            <a:solidFill>
              <a:srgbClr val="5C4742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fr-FR" noProof="1"/>
          </a:p>
        </p:txBody>
      </p:sp>
      <p:sp>
        <p:nvSpPr>
          <p:cNvPr id="20" name="Text 18"/>
          <p:cNvSpPr/>
          <p:nvPr/>
        </p:nvSpPr>
        <p:spPr>
          <a:xfrm>
            <a:off x="13211026" y="2628900"/>
            <a:ext cx="203299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fr-FR" sz="2550" b="1" noProof="1">
                <a:solidFill>
                  <a:srgbClr val="8D5B4C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3</a:t>
            </a:r>
            <a:endParaRPr lang="fr-FR" sz="2550" noProof="1"/>
          </a:p>
        </p:txBody>
      </p:sp>
      <p:sp>
        <p:nvSpPr>
          <p:cNvPr id="21" name="Shape 19"/>
          <p:cNvSpPr/>
          <p:nvPr/>
        </p:nvSpPr>
        <p:spPr>
          <a:xfrm>
            <a:off x="13684151" y="2786063"/>
            <a:ext cx="3460700" cy="9525"/>
          </a:xfrm>
          <a:prstGeom prst="rect">
            <a:avLst/>
          </a:prstGeom>
          <a:solidFill>
            <a:srgbClr val="5C4742">
              <a:alpha val="15000"/>
            </a:srgbClr>
          </a:solidFill>
          <a:ln/>
        </p:spPr>
        <p:txBody>
          <a:bodyPr/>
          <a:lstStyle/>
          <a:p>
            <a:endParaRPr lang="fr-FR" noProof="1"/>
          </a:p>
        </p:txBody>
      </p:sp>
      <p:sp>
        <p:nvSpPr>
          <p:cNvPr id="22" name="Text 20"/>
          <p:cNvSpPr/>
          <p:nvPr/>
        </p:nvSpPr>
        <p:spPr>
          <a:xfrm>
            <a:off x="13017401" y="3314700"/>
            <a:ext cx="454019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fr-FR" sz="1800" kern="0" spc="300" noProof="1">
                <a:solidFill>
                  <a:srgbClr val="C4BBA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PARTAGER</a:t>
            </a:r>
            <a:endParaRPr lang="fr-FR" sz="1800" noProof="1"/>
          </a:p>
        </p:txBody>
      </p:sp>
      <p:sp>
        <p:nvSpPr>
          <p:cNvPr id="23" name="Text 21"/>
          <p:cNvSpPr/>
          <p:nvPr/>
        </p:nvSpPr>
        <p:spPr>
          <a:xfrm>
            <a:off x="13017401" y="3762375"/>
            <a:ext cx="4251274" cy="1085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fr-FR" sz="3750" kern="0" spc="-22" noProof="1">
                <a:solidFill>
                  <a:srgbClr val="1C1714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Vous partagez en un lien</a:t>
            </a:r>
            <a:endParaRPr lang="fr-FR" sz="3750" noProof="1"/>
          </a:p>
        </p:txBody>
      </p:sp>
      <p:sp>
        <p:nvSpPr>
          <p:cNvPr id="24" name="Text 22"/>
          <p:cNvSpPr/>
          <p:nvPr/>
        </p:nvSpPr>
        <p:spPr>
          <a:xfrm>
            <a:off x="13017401" y="5038725"/>
            <a:ext cx="4251274" cy="1381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fr-FR" sz="2100" noProof="1">
                <a:solidFill>
                  <a:srgbClr val="6B656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Votre partenaire voit et coche sans télécharger d'app. Synchronisation en temps réel.</a:t>
            </a:r>
            <a:endParaRPr lang="fr-FR" sz="2100" noProof="1"/>
          </a:p>
        </p:txBody>
      </p:sp>
      <p:sp>
        <p:nvSpPr>
          <p:cNvPr id="25" name="Shape 23"/>
          <p:cNvSpPr/>
          <p:nvPr/>
        </p:nvSpPr>
        <p:spPr>
          <a:xfrm>
            <a:off x="1143000" y="9220200"/>
            <a:ext cx="16002000" cy="9525"/>
          </a:xfrm>
          <a:prstGeom prst="rect">
            <a:avLst/>
          </a:prstGeom>
          <a:solidFill>
            <a:srgbClr val="5C4742">
              <a:alpha val="12000"/>
            </a:srgbClr>
          </a:solidFill>
          <a:ln/>
        </p:spPr>
        <p:txBody>
          <a:bodyPr/>
          <a:lstStyle/>
          <a:p>
            <a:endParaRPr lang="fr-FR" noProof="1"/>
          </a:p>
        </p:txBody>
      </p:sp>
      <p:sp>
        <p:nvSpPr>
          <p:cNvPr id="26" name="Text 24"/>
          <p:cNvSpPr/>
          <p:nvPr/>
        </p:nvSpPr>
        <p:spPr>
          <a:xfrm>
            <a:off x="1143000" y="9420225"/>
            <a:ext cx="99506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fr-FR" sz="1800" kern="0" spc="188" noProof="1">
                <a:solidFill>
                  <a:srgbClr val="1C1714">
                    <a:alpha val="22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ALLSET</a:t>
            </a:r>
            <a:endParaRPr lang="fr-FR" sz="1800" noProof="1"/>
          </a:p>
        </p:txBody>
      </p:sp>
      <p:sp>
        <p:nvSpPr>
          <p:cNvPr id="27" name="Text 25"/>
          <p:cNvSpPr/>
          <p:nvPr/>
        </p:nvSpPr>
        <p:spPr>
          <a:xfrm>
            <a:off x="16535549" y="9420225"/>
            <a:ext cx="685651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fr-FR" sz="1800" noProof="1">
                <a:solidFill>
                  <a:srgbClr val="1C1714">
                    <a:alpha val="18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06 · 11</a:t>
            </a:r>
            <a:endParaRPr lang="fr-FR" sz="1800" noProof="1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762000"/>
            <a:ext cx="995064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fr-FR" sz="2400" i="1" noProof="1">
                <a:solidFill>
                  <a:srgbClr val="1C1714">
                    <a:alpha val="28000"/>
                  </a:srgbClr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allset</a:t>
            </a:r>
            <a:endParaRPr lang="fr-FR" sz="2400" noProof="1"/>
          </a:p>
        </p:txBody>
      </p:sp>
      <p:sp>
        <p:nvSpPr>
          <p:cNvPr id="3" name="Text 1"/>
          <p:cNvSpPr/>
          <p:nvPr/>
        </p:nvSpPr>
        <p:spPr>
          <a:xfrm>
            <a:off x="14820454" y="800100"/>
            <a:ext cx="2557001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fr-FR" sz="1800" kern="0" spc="300" noProof="1">
                <a:solidFill>
                  <a:srgbClr val="1C1714">
                    <a:alpha val="20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LE MOMENT AHA</a:t>
            </a:r>
            <a:endParaRPr lang="fr-FR" sz="1800" noProof="1"/>
          </a:p>
        </p:txBody>
      </p:sp>
      <p:sp>
        <p:nvSpPr>
          <p:cNvPr id="4" name="Text 2"/>
          <p:cNvSpPr/>
          <p:nvPr/>
        </p:nvSpPr>
        <p:spPr>
          <a:xfrm>
            <a:off x="1143000" y="1323975"/>
            <a:ext cx="17602200" cy="714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fr-FR" sz="4350" i="1" kern="0" spc="-37" noProof="1">
                <a:solidFill>
                  <a:srgbClr val="1C1714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La valeur, dès la première étape créée.</a:t>
            </a:r>
            <a:endParaRPr lang="fr-FR" sz="4350" noProof="1"/>
          </a:p>
        </p:txBody>
      </p:sp>
      <p:sp>
        <p:nvSpPr>
          <p:cNvPr id="5" name="Shape 3"/>
          <p:cNvSpPr/>
          <p:nvPr/>
        </p:nvSpPr>
        <p:spPr>
          <a:xfrm>
            <a:off x="1143000" y="4481513"/>
            <a:ext cx="6726436" cy="2333625"/>
          </a:xfrm>
          <a:prstGeom prst="roundRect">
            <a:avLst>
              <a:gd name="adj" fmla="val 1224"/>
            </a:avLst>
          </a:prstGeom>
          <a:solidFill>
            <a:srgbClr val="FFFFFF"/>
          </a:solidFill>
          <a:ln w="9525">
            <a:solidFill>
              <a:srgbClr val="5C4742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fr-FR" noProof="1"/>
          </a:p>
        </p:txBody>
      </p:sp>
      <p:sp>
        <p:nvSpPr>
          <p:cNvPr id="6" name="Text 4"/>
          <p:cNvSpPr/>
          <p:nvPr/>
        </p:nvSpPr>
        <p:spPr>
          <a:xfrm>
            <a:off x="1571625" y="4872038"/>
            <a:ext cx="645610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fr-FR" sz="1800" kern="0" spc="300" noProof="1">
                <a:solidFill>
                  <a:srgbClr val="C4BBA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MARIE SAISIT</a:t>
            </a:r>
            <a:endParaRPr lang="fr-FR" sz="1800" noProof="1"/>
          </a:p>
        </p:txBody>
      </p:sp>
      <p:sp>
        <p:nvSpPr>
          <p:cNvPr id="7" name="Text 5"/>
          <p:cNvSpPr/>
          <p:nvPr/>
        </p:nvSpPr>
        <p:spPr>
          <a:xfrm>
            <a:off x="1571625" y="5357813"/>
            <a:ext cx="6456105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fr-FR" sz="3150" i="1" kern="0" spc="-37" noProof="1">
                <a:solidFill>
                  <a:srgbClr val="1C1714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Vol Paris → Barcelone</a:t>
            </a:r>
            <a:endParaRPr lang="fr-FR" sz="3150" noProof="1"/>
          </a:p>
        </p:txBody>
      </p:sp>
      <p:sp>
        <p:nvSpPr>
          <p:cNvPr id="8" name="Shape 6"/>
          <p:cNvSpPr/>
          <p:nvPr/>
        </p:nvSpPr>
        <p:spPr>
          <a:xfrm>
            <a:off x="1571625" y="6062663"/>
            <a:ext cx="361950" cy="361950"/>
          </a:xfrm>
          <a:prstGeom prst="ellipse">
            <a:avLst/>
          </a:prstGeom>
          <a:solidFill>
            <a:srgbClr val="F5F0E8"/>
          </a:solidFill>
          <a:ln w="9525">
            <a:solidFill>
              <a:srgbClr val="5C4742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fr-FR" noProof="1"/>
          </a:p>
        </p:txBody>
      </p:sp>
      <p:sp>
        <p:nvSpPr>
          <p:cNvPr id="9" name="Text 7"/>
          <p:cNvSpPr/>
          <p:nvPr/>
        </p:nvSpPr>
        <p:spPr>
          <a:xfrm>
            <a:off x="1543050" y="6072188"/>
            <a:ext cx="4191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fr-FR" sz="2100" noProof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✈</a:t>
            </a:r>
            <a:endParaRPr lang="fr-FR" sz="2100" noProof="1"/>
          </a:p>
        </p:txBody>
      </p:sp>
      <p:sp>
        <p:nvSpPr>
          <p:cNvPr id="10" name="Text 8"/>
          <p:cNvSpPr/>
          <p:nvPr/>
        </p:nvSpPr>
        <p:spPr>
          <a:xfrm>
            <a:off x="2047875" y="6067425"/>
            <a:ext cx="3104778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fr-FR" sz="2100" noProof="1">
                <a:solidFill>
                  <a:srgbClr val="C4BBA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Type : Vol · Sélectionné</a:t>
            </a:r>
            <a:endParaRPr lang="fr-FR" sz="2100" noProof="1"/>
          </a:p>
        </p:txBody>
      </p:sp>
      <p:sp>
        <p:nvSpPr>
          <p:cNvPr id="11" name="Shape 9"/>
          <p:cNvSpPr/>
          <p:nvPr/>
        </p:nvSpPr>
        <p:spPr>
          <a:xfrm>
            <a:off x="6768554" y="4643438"/>
            <a:ext cx="938957" cy="371475"/>
          </a:xfrm>
          <a:prstGeom prst="roundRect">
            <a:avLst>
              <a:gd name="adj" fmla="val 50000"/>
            </a:avLst>
          </a:prstGeom>
          <a:solidFill>
            <a:srgbClr val="F5F0E8"/>
          </a:solidFill>
          <a:ln/>
        </p:spPr>
        <p:txBody>
          <a:bodyPr/>
          <a:lstStyle/>
          <a:p>
            <a:endParaRPr lang="fr-FR" noProof="1"/>
          </a:p>
        </p:txBody>
      </p:sp>
      <p:sp>
        <p:nvSpPr>
          <p:cNvPr id="12" name="Text 10"/>
          <p:cNvSpPr/>
          <p:nvPr/>
        </p:nvSpPr>
        <p:spPr>
          <a:xfrm>
            <a:off x="6882854" y="4681538"/>
            <a:ext cx="786557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fr-FR" sz="1800" kern="0" spc="75" noProof="1">
                <a:solidFill>
                  <a:srgbClr val="A597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SAISIE</a:t>
            </a:r>
            <a:endParaRPr lang="fr-FR" sz="1800" noProof="1"/>
          </a:p>
        </p:txBody>
      </p:sp>
      <p:sp>
        <p:nvSpPr>
          <p:cNvPr id="13" name="Text 11"/>
          <p:cNvSpPr/>
          <p:nvPr/>
        </p:nvSpPr>
        <p:spPr>
          <a:xfrm>
            <a:off x="8555236" y="5343525"/>
            <a:ext cx="68580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fr-FR" sz="4800" noProof="1">
                <a:solidFill>
                  <a:srgbClr val="1C1714">
                    <a:alpha val="12000"/>
                  </a:srgbClr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→</a:t>
            </a:r>
            <a:endParaRPr lang="fr-FR" sz="4800" noProof="1"/>
          </a:p>
        </p:txBody>
      </p:sp>
      <p:sp>
        <p:nvSpPr>
          <p:cNvPr id="14" name="Shape 12"/>
          <p:cNvSpPr/>
          <p:nvPr/>
        </p:nvSpPr>
        <p:spPr>
          <a:xfrm>
            <a:off x="9850636" y="3000375"/>
            <a:ext cx="7294364" cy="5295900"/>
          </a:xfrm>
          <a:prstGeom prst="roundRect">
            <a:avLst>
              <a:gd name="adj" fmla="val 540"/>
            </a:avLst>
          </a:prstGeom>
          <a:solidFill>
            <a:srgbClr val="1C1714"/>
          </a:solidFill>
          <a:ln/>
        </p:spPr>
        <p:txBody>
          <a:bodyPr/>
          <a:lstStyle/>
          <a:p>
            <a:endParaRPr lang="fr-FR" noProof="1"/>
          </a:p>
        </p:txBody>
      </p:sp>
      <p:sp>
        <p:nvSpPr>
          <p:cNvPr id="15" name="Text 13"/>
          <p:cNvSpPr/>
          <p:nvPr/>
        </p:nvSpPr>
        <p:spPr>
          <a:xfrm>
            <a:off x="10269736" y="3381375"/>
            <a:ext cx="710178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fr-FR" sz="1800" kern="0" spc="300" noProof="1">
                <a:solidFill>
                  <a:srgbClr val="C4BBAF">
                    <a:alpha val="50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ALLSET GÉNÈRE INSTANTANÉMENT</a:t>
            </a:r>
            <a:endParaRPr lang="fr-FR" sz="1800" noProof="1"/>
          </a:p>
        </p:txBody>
      </p:sp>
      <p:sp>
        <p:nvSpPr>
          <p:cNvPr id="16" name="Text 14"/>
          <p:cNvSpPr/>
          <p:nvPr/>
        </p:nvSpPr>
        <p:spPr>
          <a:xfrm>
            <a:off x="10269736" y="3752850"/>
            <a:ext cx="7101780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fr-FR" sz="6000" b="1" kern="0" spc="-75" noProof="1">
                <a:solidFill>
                  <a:srgbClr val="F5F0E8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8</a:t>
            </a:r>
            <a:endParaRPr lang="fr-FR" sz="6000" noProof="1"/>
          </a:p>
        </p:txBody>
      </p:sp>
      <p:sp>
        <p:nvSpPr>
          <p:cNvPr id="17" name="Text 15"/>
          <p:cNvSpPr/>
          <p:nvPr/>
        </p:nvSpPr>
        <p:spPr>
          <a:xfrm>
            <a:off x="10269736" y="4552950"/>
            <a:ext cx="710178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fr-FR" sz="2100" noProof="1">
                <a:solidFill>
                  <a:srgbClr val="F5F0E8">
                    <a:alpha val="40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items de checklist</a:t>
            </a:r>
            <a:endParaRPr lang="fr-FR" sz="2100" noProof="1"/>
          </a:p>
        </p:txBody>
      </p:sp>
      <p:sp>
        <p:nvSpPr>
          <p:cNvPr id="18" name="Shape 16"/>
          <p:cNvSpPr/>
          <p:nvPr/>
        </p:nvSpPr>
        <p:spPr>
          <a:xfrm>
            <a:off x="10269736" y="5257800"/>
            <a:ext cx="152400" cy="152400"/>
          </a:xfrm>
          <a:prstGeom prst="roundRect">
            <a:avLst>
              <a:gd name="adj" fmla="val 18750"/>
            </a:avLst>
          </a:prstGeom>
          <a:solidFill>
            <a:srgbClr val="8D5B4C"/>
          </a:solidFill>
          <a:ln/>
        </p:spPr>
        <p:txBody>
          <a:bodyPr/>
          <a:lstStyle/>
          <a:p>
            <a:endParaRPr lang="fr-FR" noProof="1"/>
          </a:p>
        </p:txBody>
      </p:sp>
      <p:sp>
        <p:nvSpPr>
          <p:cNvPr id="19" name="Text 17"/>
          <p:cNvSpPr/>
          <p:nvPr/>
        </p:nvSpPr>
        <p:spPr>
          <a:xfrm>
            <a:off x="10241459" y="5219700"/>
            <a:ext cx="28515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fr-FR" sz="1800" b="1" noProof="1">
                <a:solidFill>
                  <a:srgbClr val="F5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fr-FR" sz="1800" noProof="1"/>
          </a:p>
        </p:txBody>
      </p:sp>
      <p:sp>
        <p:nvSpPr>
          <p:cNvPr id="20" name="Text 18"/>
          <p:cNvSpPr/>
          <p:nvPr/>
        </p:nvSpPr>
        <p:spPr>
          <a:xfrm>
            <a:off x="10536436" y="5172075"/>
            <a:ext cx="4784288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fr-FR" sz="1950" noProof="1">
                <a:solidFill>
                  <a:srgbClr val="F5F0E8">
                    <a:alpha val="65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Billet confirmé (n° réservation + email)</a:t>
            </a:r>
            <a:endParaRPr lang="fr-FR" sz="1950" noProof="1"/>
          </a:p>
        </p:txBody>
      </p:sp>
      <p:sp>
        <p:nvSpPr>
          <p:cNvPr id="21" name="Shape 19"/>
          <p:cNvSpPr/>
          <p:nvPr/>
        </p:nvSpPr>
        <p:spPr>
          <a:xfrm>
            <a:off x="10269736" y="5676900"/>
            <a:ext cx="152400" cy="152400"/>
          </a:xfrm>
          <a:prstGeom prst="roundRect">
            <a:avLst>
              <a:gd name="adj" fmla="val 18750"/>
            </a:avLst>
          </a:prstGeom>
          <a:solidFill>
            <a:srgbClr val="8D5B4C"/>
          </a:solidFill>
          <a:ln/>
        </p:spPr>
        <p:txBody>
          <a:bodyPr/>
          <a:lstStyle/>
          <a:p>
            <a:endParaRPr lang="fr-FR" noProof="1"/>
          </a:p>
        </p:txBody>
      </p:sp>
      <p:sp>
        <p:nvSpPr>
          <p:cNvPr id="22" name="Text 20"/>
          <p:cNvSpPr/>
          <p:nvPr/>
        </p:nvSpPr>
        <p:spPr>
          <a:xfrm>
            <a:off x="10241459" y="5638800"/>
            <a:ext cx="28515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fr-FR" sz="1800" b="1" noProof="1">
                <a:solidFill>
                  <a:srgbClr val="F5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fr-FR" sz="1800" noProof="1"/>
          </a:p>
        </p:txBody>
      </p:sp>
      <p:sp>
        <p:nvSpPr>
          <p:cNvPr id="23" name="Text 21"/>
          <p:cNvSpPr/>
          <p:nvPr/>
        </p:nvSpPr>
        <p:spPr>
          <a:xfrm>
            <a:off x="10536436" y="5591175"/>
            <a:ext cx="2694191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fr-FR" sz="1950" noProof="1">
                <a:solidFill>
                  <a:srgbClr val="F5F0E8">
                    <a:alpha val="65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Check-in en ligne fait</a:t>
            </a:r>
            <a:endParaRPr lang="fr-FR" sz="1950" noProof="1"/>
          </a:p>
        </p:txBody>
      </p:sp>
      <p:sp>
        <p:nvSpPr>
          <p:cNvPr id="24" name="Shape 22"/>
          <p:cNvSpPr/>
          <p:nvPr/>
        </p:nvSpPr>
        <p:spPr>
          <a:xfrm>
            <a:off x="10269736" y="6086475"/>
            <a:ext cx="171450" cy="171450"/>
          </a:xfrm>
          <a:prstGeom prst="roundRect">
            <a:avLst>
              <a:gd name="adj" fmla="val 16667"/>
            </a:avLst>
          </a:prstGeom>
          <a:ln w="9525">
            <a:solidFill>
              <a:srgbClr val="C4BBA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fr-FR" noProof="1"/>
          </a:p>
        </p:txBody>
      </p:sp>
      <p:sp>
        <p:nvSpPr>
          <p:cNvPr id="25" name="Text 23"/>
          <p:cNvSpPr/>
          <p:nvPr/>
        </p:nvSpPr>
        <p:spPr>
          <a:xfrm>
            <a:off x="10555486" y="6010275"/>
            <a:ext cx="4463251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fr-FR" sz="1950" noProof="1">
                <a:solidFill>
                  <a:srgbClr val="F5F0E8">
                    <a:alpha val="32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Autorisation de sortie du territoire…</a:t>
            </a:r>
            <a:endParaRPr lang="fr-FR" sz="1950" noProof="1"/>
          </a:p>
        </p:txBody>
      </p:sp>
      <p:sp>
        <p:nvSpPr>
          <p:cNvPr id="26" name="Shape 24"/>
          <p:cNvSpPr/>
          <p:nvPr/>
        </p:nvSpPr>
        <p:spPr>
          <a:xfrm>
            <a:off x="10269736" y="6505575"/>
            <a:ext cx="171450" cy="171450"/>
          </a:xfrm>
          <a:prstGeom prst="roundRect">
            <a:avLst>
              <a:gd name="adj" fmla="val 16667"/>
            </a:avLst>
          </a:prstGeom>
          <a:ln w="9525">
            <a:solidFill>
              <a:srgbClr val="C4BBA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fr-FR" noProof="1"/>
          </a:p>
        </p:txBody>
      </p:sp>
      <p:sp>
        <p:nvSpPr>
          <p:cNvPr id="27" name="Text 25"/>
          <p:cNvSpPr/>
          <p:nvPr/>
        </p:nvSpPr>
        <p:spPr>
          <a:xfrm>
            <a:off x="10555486" y="6429375"/>
            <a:ext cx="4153674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fr-FR" sz="1950" noProof="1">
                <a:solidFill>
                  <a:srgbClr val="F5F0E8">
                    <a:alpha val="32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Heure de présentation aéroport…</a:t>
            </a:r>
            <a:endParaRPr lang="fr-FR" sz="1950" noProof="1"/>
          </a:p>
        </p:txBody>
      </p:sp>
      <p:sp>
        <p:nvSpPr>
          <p:cNvPr id="28" name="Shape 26"/>
          <p:cNvSpPr/>
          <p:nvPr/>
        </p:nvSpPr>
        <p:spPr>
          <a:xfrm>
            <a:off x="10269736" y="6981825"/>
            <a:ext cx="6456164" cy="933450"/>
          </a:xfrm>
          <a:prstGeom prst="roundRect">
            <a:avLst>
              <a:gd name="adj" fmla="val 2041"/>
            </a:avLst>
          </a:prstGeom>
          <a:solidFill>
            <a:srgbClr val="8D5B4C">
              <a:alpha val="18000"/>
            </a:srgbClr>
          </a:solidFill>
          <a:ln w="9525">
            <a:solidFill>
              <a:srgbClr val="8D5B4C">
                <a:alpha val="32000"/>
              </a:srgbClr>
            </a:solidFill>
            <a:prstDash val="solid"/>
          </a:ln>
        </p:spPr>
        <p:txBody>
          <a:bodyPr/>
          <a:lstStyle/>
          <a:p>
            <a:endParaRPr lang="fr-FR" noProof="1"/>
          </a:p>
        </p:txBody>
      </p:sp>
      <p:sp>
        <p:nvSpPr>
          <p:cNvPr id="29" name="Text 27"/>
          <p:cNvSpPr/>
          <p:nvPr/>
        </p:nvSpPr>
        <p:spPr>
          <a:xfrm>
            <a:off x="10431661" y="7105650"/>
            <a:ext cx="6316283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fr-FR" sz="1800" noProof="1">
                <a:solidFill>
                  <a:srgbClr val="C4BBA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Dont </a:t>
            </a:r>
            <a:r>
              <a:rPr lang="fr-FR" sz="1800" noProof="1">
                <a:solidFill>
                  <a:srgbClr val="F5F0E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 items qu'elle aurait oubliés </a:t>
            </a:r>
            <a:r>
              <a:rPr lang="fr-FR" sz="1800" noProof="1">
                <a:solidFill>
                  <a:srgbClr val="C4BBA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— documents enfants, autorisation sortie territoire</a:t>
            </a:r>
            <a:endParaRPr lang="fr-FR" sz="1800" noProof="1"/>
          </a:p>
        </p:txBody>
      </p:sp>
      <p:sp>
        <p:nvSpPr>
          <p:cNvPr id="30" name="Shape 28"/>
          <p:cNvSpPr/>
          <p:nvPr/>
        </p:nvSpPr>
        <p:spPr>
          <a:xfrm>
            <a:off x="1143000" y="9220200"/>
            <a:ext cx="16002000" cy="9525"/>
          </a:xfrm>
          <a:prstGeom prst="rect">
            <a:avLst/>
          </a:prstGeom>
          <a:solidFill>
            <a:srgbClr val="5C4742">
              <a:alpha val="12000"/>
            </a:srgbClr>
          </a:solidFill>
          <a:ln/>
        </p:spPr>
        <p:txBody>
          <a:bodyPr/>
          <a:lstStyle/>
          <a:p>
            <a:endParaRPr lang="fr-FR" noProof="1"/>
          </a:p>
        </p:txBody>
      </p:sp>
      <p:sp>
        <p:nvSpPr>
          <p:cNvPr id="31" name="Text 29"/>
          <p:cNvSpPr/>
          <p:nvPr/>
        </p:nvSpPr>
        <p:spPr>
          <a:xfrm>
            <a:off x="1143000" y="9420225"/>
            <a:ext cx="99506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fr-FR" sz="1800" kern="0" spc="188" noProof="1">
                <a:solidFill>
                  <a:srgbClr val="1C1714">
                    <a:alpha val="22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ALLSET</a:t>
            </a:r>
            <a:endParaRPr lang="fr-FR" sz="1800" noProof="1"/>
          </a:p>
        </p:txBody>
      </p:sp>
      <p:sp>
        <p:nvSpPr>
          <p:cNvPr id="32" name="Text 30"/>
          <p:cNvSpPr/>
          <p:nvPr/>
        </p:nvSpPr>
        <p:spPr>
          <a:xfrm>
            <a:off x="16560105" y="9420225"/>
            <a:ext cx="66109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fr-FR" sz="1800" noProof="1">
                <a:solidFill>
                  <a:srgbClr val="1C1714">
                    <a:alpha val="18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07 · 11</a:t>
            </a:r>
            <a:endParaRPr lang="fr-FR" sz="1800" noProof="1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C17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2999" y="762000"/>
            <a:ext cx="110289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buNone/>
            </a:pPr>
            <a:r>
              <a:rPr lang="fr-FR" sz="2100" i="1" noProof="1">
                <a:solidFill>
                  <a:srgbClr val="F5F0E8">
                    <a:alpha val="28000"/>
                  </a:srgbClr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allset</a:t>
            </a:r>
            <a:endParaRPr lang="fr-FR" sz="2100" noProof="1"/>
          </a:p>
        </p:txBody>
      </p:sp>
      <p:sp>
        <p:nvSpPr>
          <p:cNvPr id="4" name="Text 2"/>
          <p:cNvSpPr/>
          <p:nvPr/>
        </p:nvSpPr>
        <p:spPr>
          <a:xfrm>
            <a:off x="1143000" y="1466850"/>
            <a:ext cx="17602200" cy="752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fr-FR" sz="4650" i="1" kern="0" spc="-37" noProof="1">
                <a:solidFill>
                  <a:srgbClr val="F5F0E8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Trois écrans. Une seule logique.</a:t>
            </a:r>
            <a:endParaRPr lang="fr-FR" sz="4650" noProof="1"/>
          </a:p>
        </p:txBody>
      </p:sp>
      <p:sp>
        <p:nvSpPr>
          <p:cNvPr id="5" name="Shape 3"/>
          <p:cNvSpPr/>
          <p:nvPr/>
        </p:nvSpPr>
        <p:spPr>
          <a:xfrm>
            <a:off x="5125045" y="3486150"/>
            <a:ext cx="2162175" cy="4276725"/>
          </a:xfrm>
          <a:prstGeom prst="roundRect">
            <a:avLst>
              <a:gd name="adj" fmla="val 18502"/>
            </a:avLst>
          </a:prstGeom>
          <a:solidFill>
            <a:srgbClr val="111111"/>
          </a:solidFill>
          <a:ln w="14288">
            <a:solidFill>
              <a:srgbClr val="C4BBAF">
                <a:alpha val="14000"/>
              </a:srgbClr>
            </a:solidFill>
            <a:prstDash val="solid"/>
          </a:ln>
          <a:effectLst>
            <a:outerShdw blurRad="685800" dist="266700" dir="5400000" algn="bl" rotWithShape="0">
              <a:srgbClr val="000000">
                <a:alpha val="65000"/>
              </a:srgbClr>
            </a:outerShdw>
          </a:effectLst>
        </p:spPr>
        <p:txBody>
          <a:bodyPr/>
          <a:lstStyle/>
          <a:p>
            <a:endParaRPr lang="fr-FR" noProof="1"/>
          </a:p>
        </p:txBody>
      </p:sp>
      <p:sp>
        <p:nvSpPr>
          <p:cNvPr id="6" name="Shape 4"/>
          <p:cNvSpPr/>
          <p:nvPr/>
        </p:nvSpPr>
        <p:spPr>
          <a:xfrm>
            <a:off x="5787033" y="3605213"/>
            <a:ext cx="838200" cy="247650"/>
          </a:xfrm>
          <a:prstGeom prst="roundRect">
            <a:avLst>
              <a:gd name="adj" fmla="val 50000"/>
            </a:avLst>
          </a:prstGeom>
          <a:solidFill>
            <a:srgbClr val="080604"/>
          </a:solidFill>
          <a:ln/>
        </p:spPr>
        <p:txBody>
          <a:bodyPr/>
          <a:lstStyle/>
          <a:p>
            <a:endParaRPr lang="fr-FR" noProof="1"/>
          </a:p>
        </p:txBody>
      </p:sp>
      <p:sp>
        <p:nvSpPr>
          <p:cNvPr id="7" name="Shape 5"/>
          <p:cNvSpPr/>
          <p:nvPr/>
        </p:nvSpPr>
        <p:spPr>
          <a:xfrm>
            <a:off x="5139333" y="3500438"/>
            <a:ext cx="2133600" cy="4248150"/>
          </a:xfrm>
          <a:prstGeom prst="roundRect">
            <a:avLst>
              <a:gd name="adj" fmla="val 18304"/>
            </a:avLst>
          </a:prstGeom>
          <a:solidFill>
            <a:srgbClr val="F0EBE1"/>
          </a:solidFill>
          <a:ln/>
        </p:spPr>
        <p:txBody>
          <a:bodyPr/>
          <a:lstStyle/>
          <a:p>
            <a:endParaRPr lang="fr-FR" noProof="1"/>
          </a:p>
        </p:txBody>
      </p:sp>
      <p:sp>
        <p:nvSpPr>
          <p:cNvPr id="8" name="Shape 6"/>
          <p:cNvSpPr/>
          <p:nvPr/>
        </p:nvSpPr>
        <p:spPr>
          <a:xfrm>
            <a:off x="5139333" y="3500438"/>
            <a:ext cx="2133600" cy="1409700"/>
          </a:xfrm>
          <a:prstGeom prst="rect">
            <a:avLst/>
          </a:prstGeom>
          <a:gradFill rotWithShape="1">
            <a:gsLst>
              <a:gs pos="0">
                <a:srgbClr val="2E2010">
                  <a:alpha val="100000"/>
                </a:srgbClr>
              </a:gs>
              <a:gs pos="100000">
                <a:srgbClr val="6B4822">
                  <a:alpha val="100000"/>
                </a:srgbClr>
              </a:gs>
            </a:gsLst>
            <a:lin ang="3900000" scaled="0"/>
          </a:gradFill>
          <a:ln/>
        </p:spPr>
        <p:txBody>
          <a:bodyPr/>
          <a:lstStyle/>
          <a:p>
            <a:endParaRPr lang="fr-FR" noProof="1"/>
          </a:p>
        </p:txBody>
      </p:sp>
      <p:sp>
        <p:nvSpPr>
          <p:cNvPr id="9" name="Shape 7"/>
          <p:cNvSpPr/>
          <p:nvPr/>
        </p:nvSpPr>
        <p:spPr>
          <a:xfrm>
            <a:off x="5139333" y="3500438"/>
            <a:ext cx="2133600" cy="1409700"/>
          </a:xfrm>
          <a:prstGeom prst="rect">
            <a:avLst/>
          </a:prstGeom>
          <a:gradFill rotWithShape="1">
            <a:gsLst>
              <a:gs pos="0">
                <a:srgbClr val="000000">
                  <a:alpha val="72000"/>
                </a:srgbClr>
              </a:gs>
              <a:gs pos="100000">
                <a:srgbClr val="000000">
                  <a:alpha val="4000"/>
                </a:srgbClr>
              </a:gs>
            </a:gsLst>
            <a:lin ang="16200000" scaled="0"/>
          </a:gradFill>
          <a:ln/>
        </p:spPr>
        <p:txBody>
          <a:bodyPr/>
          <a:lstStyle/>
          <a:p>
            <a:endParaRPr lang="fr-FR" noProof="1"/>
          </a:p>
        </p:txBody>
      </p:sp>
      <p:sp>
        <p:nvSpPr>
          <p:cNvPr id="10" name="Shape 8"/>
          <p:cNvSpPr/>
          <p:nvPr/>
        </p:nvSpPr>
        <p:spPr>
          <a:xfrm>
            <a:off x="5272683" y="3633788"/>
            <a:ext cx="1196876" cy="209550"/>
          </a:xfrm>
          <a:prstGeom prst="roundRect">
            <a:avLst>
              <a:gd name="adj" fmla="val 18182"/>
            </a:avLst>
          </a:prstGeom>
          <a:solidFill>
            <a:srgbClr val="FFFFFF">
              <a:alpha val="17000"/>
            </a:srgbClr>
          </a:solidFill>
          <a:ln/>
        </p:spPr>
        <p:txBody>
          <a:bodyPr/>
          <a:lstStyle/>
          <a:p>
            <a:endParaRPr lang="fr-FR" noProof="1"/>
          </a:p>
        </p:txBody>
      </p:sp>
      <p:sp>
        <p:nvSpPr>
          <p:cNvPr id="11" name="Text 9"/>
          <p:cNvSpPr/>
          <p:nvPr/>
        </p:nvSpPr>
        <p:spPr>
          <a:xfrm>
            <a:off x="5358408" y="3671888"/>
            <a:ext cx="1101626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fr-FR" sz="825" b="1" kern="0" spc="75" noProof="1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À VENIR · 14 JUIL.</a:t>
            </a:r>
            <a:endParaRPr lang="fr-FR" sz="825" noProof="1"/>
          </a:p>
        </p:txBody>
      </p:sp>
      <p:sp>
        <p:nvSpPr>
          <p:cNvPr id="12" name="Text 10"/>
          <p:cNvSpPr/>
          <p:nvPr/>
        </p:nvSpPr>
        <p:spPr>
          <a:xfrm>
            <a:off x="5272683" y="4491038"/>
            <a:ext cx="1117253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fr-FR" sz="2400" i="1" noProof="1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Barcelone</a:t>
            </a:r>
            <a:endParaRPr lang="fr-FR" sz="2400" noProof="1"/>
          </a:p>
        </p:txBody>
      </p:sp>
      <p:sp>
        <p:nvSpPr>
          <p:cNvPr id="13" name="Shape 11"/>
          <p:cNvSpPr/>
          <p:nvPr/>
        </p:nvSpPr>
        <p:spPr>
          <a:xfrm>
            <a:off x="5139333" y="4910138"/>
            <a:ext cx="2133600" cy="39052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 noProof="1"/>
          </a:p>
        </p:txBody>
      </p:sp>
      <p:sp>
        <p:nvSpPr>
          <p:cNvPr id="14" name="Shape 12"/>
          <p:cNvSpPr/>
          <p:nvPr/>
        </p:nvSpPr>
        <p:spPr>
          <a:xfrm>
            <a:off x="5139333" y="5291138"/>
            <a:ext cx="2133600" cy="9525"/>
          </a:xfrm>
          <a:prstGeom prst="rect">
            <a:avLst/>
          </a:prstGeom>
          <a:solidFill>
            <a:srgbClr val="000000">
              <a:alpha val="6000"/>
            </a:srgbClr>
          </a:solidFill>
          <a:ln/>
        </p:spPr>
        <p:txBody>
          <a:bodyPr/>
          <a:lstStyle/>
          <a:p>
            <a:endParaRPr lang="fr-FR" noProof="1"/>
          </a:p>
        </p:txBody>
      </p:sp>
      <p:sp>
        <p:nvSpPr>
          <p:cNvPr id="15" name="Text 13"/>
          <p:cNvSpPr/>
          <p:nvPr/>
        </p:nvSpPr>
        <p:spPr>
          <a:xfrm>
            <a:off x="5272683" y="4995863"/>
            <a:ext cx="22860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fr-FR" sz="1275" b="1" noProof="1">
                <a:solidFill>
                  <a:srgbClr val="1C171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12</a:t>
            </a:r>
            <a:endParaRPr lang="fr-FR" sz="1275" noProof="1"/>
          </a:p>
        </p:txBody>
      </p:sp>
      <p:sp>
        <p:nvSpPr>
          <p:cNvPr id="16" name="Text 14"/>
          <p:cNvSpPr/>
          <p:nvPr/>
        </p:nvSpPr>
        <p:spPr>
          <a:xfrm>
            <a:off x="5501283" y="5000625"/>
            <a:ext cx="352127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fr-FR" sz="1200" noProof="1">
                <a:solidFill>
                  <a:srgbClr val="B8B0A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/ 22</a:t>
            </a:r>
            <a:endParaRPr lang="fr-FR" sz="1200" noProof="1"/>
          </a:p>
        </p:txBody>
      </p:sp>
      <p:sp>
        <p:nvSpPr>
          <p:cNvPr id="17" name="Shape 15"/>
          <p:cNvSpPr/>
          <p:nvPr/>
        </p:nvSpPr>
        <p:spPr>
          <a:xfrm>
            <a:off x="5853410" y="5091113"/>
            <a:ext cx="1286173" cy="19050"/>
          </a:xfrm>
          <a:prstGeom prst="roundRect">
            <a:avLst>
              <a:gd name="adj" fmla="val 50000"/>
            </a:avLst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fr-FR" noProof="1"/>
          </a:p>
        </p:txBody>
      </p:sp>
      <p:sp>
        <p:nvSpPr>
          <p:cNvPr id="18" name="Shape 16"/>
          <p:cNvSpPr/>
          <p:nvPr/>
        </p:nvSpPr>
        <p:spPr>
          <a:xfrm>
            <a:off x="5853410" y="5091113"/>
            <a:ext cx="707380" cy="19050"/>
          </a:xfrm>
          <a:prstGeom prst="rect">
            <a:avLst/>
          </a:prstGeom>
          <a:solidFill>
            <a:srgbClr val="1C1714"/>
          </a:solidFill>
          <a:ln/>
        </p:spPr>
        <p:txBody>
          <a:bodyPr/>
          <a:lstStyle/>
          <a:p>
            <a:endParaRPr lang="fr-FR" noProof="1"/>
          </a:p>
        </p:txBody>
      </p:sp>
      <p:sp>
        <p:nvSpPr>
          <p:cNvPr id="19" name="Shape 17"/>
          <p:cNvSpPr/>
          <p:nvPr/>
        </p:nvSpPr>
        <p:spPr>
          <a:xfrm>
            <a:off x="5139333" y="5300663"/>
            <a:ext cx="2133600" cy="153352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 noProof="1"/>
          </a:p>
        </p:txBody>
      </p:sp>
      <p:sp>
        <p:nvSpPr>
          <p:cNvPr id="20" name="Shape 18"/>
          <p:cNvSpPr/>
          <p:nvPr/>
        </p:nvSpPr>
        <p:spPr>
          <a:xfrm>
            <a:off x="5139333" y="5805488"/>
            <a:ext cx="2133600" cy="9525"/>
          </a:xfrm>
          <a:prstGeom prst="rect">
            <a:avLst/>
          </a:prstGeom>
          <a:solidFill>
            <a:srgbClr val="000000">
              <a:alpha val="5000"/>
            </a:srgbClr>
          </a:solidFill>
          <a:ln/>
        </p:spPr>
        <p:txBody>
          <a:bodyPr/>
          <a:lstStyle/>
          <a:p>
            <a:endParaRPr lang="fr-FR" noProof="1"/>
          </a:p>
        </p:txBody>
      </p:sp>
      <p:sp>
        <p:nvSpPr>
          <p:cNvPr id="21" name="Text 19"/>
          <p:cNvSpPr/>
          <p:nvPr/>
        </p:nvSpPr>
        <p:spPr>
          <a:xfrm>
            <a:off x="5272683" y="5457825"/>
            <a:ext cx="295275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fr-FR" sz="1275" noProof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</a:t>
            </a:r>
            <a:endParaRPr lang="fr-FR" sz="1275" noProof="1"/>
          </a:p>
        </p:txBody>
      </p:sp>
      <p:sp>
        <p:nvSpPr>
          <p:cNvPr id="22" name="Text 20"/>
          <p:cNvSpPr/>
          <p:nvPr/>
        </p:nvSpPr>
        <p:spPr>
          <a:xfrm>
            <a:off x="5577483" y="5395913"/>
            <a:ext cx="171831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fr-FR" sz="1050" b="1" noProof="1">
                <a:solidFill>
                  <a:srgbClr val="1C171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Vol Paris → Barcelone</a:t>
            </a:r>
            <a:endParaRPr lang="fr-FR" sz="1050" noProof="1"/>
          </a:p>
        </p:txBody>
      </p:sp>
      <p:sp>
        <p:nvSpPr>
          <p:cNvPr id="23" name="Text 21"/>
          <p:cNvSpPr/>
          <p:nvPr/>
        </p:nvSpPr>
        <p:spPr>
          <a:xfrm>
            <a:off x="5577483" y="5576888"/>
            <a:ext cx="171831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fr-FR" sz="825" noProof="1">
                <a:solidFill>
                  <a:srgbClr val="B8B0A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Calé · 5/8</a:t>
            </a:r>
            <a:endParaRPr lang="fr-FR" sz="825" noProof="1"/>
          </a:p>
        </p:txBody>
      </p:sp>
      <p:sp>
        <p:nvSpPr>
          <p:cNvPr id="24" name="Shape 22"/>
          <p:cNvSpPr/>
          <p:nvPr/>
        </p:nvSpPr>
        <p:spPr>
          <a:xfrm>
            <a:off x="5139333" y="6319838"/>
            <a:ext cx="2133600" cy="9525"/>
          </a:xfrm>
          <a:prstGeom prst="rect">
            <a:avLst/>
          </a:prstGeom>
          <a:solidFill>
            <a:srgbClr val="000000">
              <a:alpha val="5000"/>
            </a:srgbClr>
          </a:solidFill>
          <a:ln/>
        </p:spPr>
        <p:txBody>
          <a:bodyPr/>
          <a:lstStyle/>
          <a:p>
            <a:endParaRPr lang="fr-FR" noProof="1"/>
          </a:p>
        </p:txBody>
      </p:sp>
      <p:sp>
        <p:nvSpPr>
          <p:cNvPr id="25" name="Text 23"/>
          <p:cNvSpPr/>
          <p:nvPr/>
        </p:nvSpPr>
        <p:spPr>
          <a:xfrm>
            <a:off x="5272683" y="5972175"/>
            <a:ext cx="295275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fr-FR" sz="1275" noProof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</a:t>
            </a:r>
            <a:endParaRPr lang="fr-FR" sz="1275" noProof="1"/>
          </a:p>
        </p:txBody>
      </p:sp>
      <p:sp>
        <p:nvSpPr>
          <p:cNvPr id="26" name="Text 24"/>
          <p:cNvSpPr/>
          <p:nvPr/>
        </p:nvSpPr>
        <p:spPr>
          <a:xfrm>
            <a:off x="5577483" y="5910263"/>
            <a:ext cx="171831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fr-FR" sz="1050" b="1" noProof="1">
                <a:solidFill>
                  <a:srgbClr val="1C171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Hôtel Barceloneta</a:t>
            </a:r>
            <a:endParaRPr lang="fr-FR" sz="1050" noProof="1"/>
          </a:p>
        </p:txBody>
      </p:sp>
      <p:sp>
        <p:nvSpPr>
          <p:cNvPr id="27" name="Text 25"/>
          <p:cNvSpPr/>
          <p:nvPr/>
        </p:nvSpPr>
        <p:spPr>
          <a:xfrm>
            <a:off x="5577483" y="6091238"/>
            <a:ext cx="171831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fr-FR" sz="825" noProof="1">
                <a:solidFill>
                  <a:srgbClr val="B8B0A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En cours · 3/5</a:t>
            </a:r>
            <a:endParaRPr lang="fr-FR" sz="825" noProof="1"/>
          </a:p>
        </p:txBody>
      </p:sp>
      <p:sp>
        <p:nvSpPr>
          <p:cNvPr id="28" name="Text 26"/>
          <p:cNvSpPr/>
          <p:nvPr/>
        </p:nvSpPr>
        <p:spPr>
          <a:xfrm>
            <a:off x="5272683" y="6486525"/>
            <a:ext cx="295275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fr-FR" sz="1275" noProof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</a:t>
            </a:r>
            <a:endParaRPr lang="fr-FR" sz="1275" noProof="1"/>
          </a:p>
        </p:txBody>
      </p:sp>
      <p:sp>
        <p:nvSpPr>
          <p:cNvPr id="29" name="Text 27"/>
          <p:cNvSpPr/>
          <p:nvPr/>
        </p:nvSpPr>
        <p:spPr>
          <a:xfrm>
            <a:off x="5577483" y="6424613"/>
            <a:ext cx="171831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fr-FR" sz="1050" b="1" noProof="1">
                <a:solidFill>
                  <a:srgbClr val="1C171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Location voiture</a:t>
            </a:r>
            <a:endParaRPr lang="fr-FR" sz="1050" noProof="1"/>
          </a:p>
        </p:txBody>
      </p:sp>
      <p:sp>
        <p:nvSpPr>
          <p:cNvPr id="30" name="Text 28"/>
          <p:cNvSpPr/>
          <p:nvPr/>
        </p:nvSpPr>
        <p:spPr>
          <a:xfrm>
            <a:off x="5577483" y="6605588"/>
            <a:ext cx="171831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fr-FR" sz="825" noProof="1">
                <a:solidFill>
                  <a:srgbClr val="B8B0A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Manquant · 0/5</a:t>
            </a:r>
            <a:endParaRPr lang="fr-FR" sz="825" noProof="1"/>
          </a:p>
        </p:txBody>
      </p:sp>
      <p:sp>
        <p:nvSpPr>
          <p:cNvPr id="31" name="Text 29"/>
          <p:cNvSpPr/>
          <p:nvPr/>
        </p:nvSpPr>
        <p:spPr>
          <a:xfrm>
            <a:off x="5047231" y="7953375"/>
            <a:ext cx="2317656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fr-FR" sz="1275" kern="0" spc="150" noProof="1">
                <a:solidFill>
                  <a:srgbClr val="F5F0E8">
                    <a:alpha val="40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DASHBOARD</a:t>
            </a:r>
            <a:endParaRPr lang="fr-FR" sz="1275" noProof="1"/>
          </a:p>
        </p:txBody>
      </p:sp>
      <p:sp>
        <p:nvSpPr>
          <p:cNvPr id="32" name="Text 30"/>
          <p:cNvSpPr/>
          <p:nvPr/>
        </p:nvSpPr>
        <p:spPr>
          <a:xfrm>
            <a:off x="5047231" y="8201025"/>
            <a:ext cx="2317656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fr-FR" sz="1350" noProof="1">
                <a:solidFill>
                  <a:srgbClr val="F5F0E8">
                    <a:alpha val="22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Vue d'ensemble du voyage</a:t>
            </a:r>
            <a:endParaRPr lang="fr-FR" sz="1350" noProof="1"/>
          </a:p>
        </p:txBody>
      </p:sp>
      <p:sp>
        <p:nvSpPr>
          <p:cNvPr id="33" name="Shape 31"/>
          <p:cNvSpPr/>
          <p:nvPr/>
        </p:nvSpPr>
        <p:spPr>
          <a:xfrm>
            <a:off x="7896820" y="3486150"/>
            <a:ext cx="2162175" cy="4276725"/>
          </a:xfrm>
          <a:prstGeom prst="roundRect">
            <a:avLst>
              <a:gd name="adj" fmla="val 18502"/>
            </a:avLst>
          </a:prstGeom>
          <a:solidFill>
            <a:srgbClr val="111111"/>
          </a:solidFill>
          <a:ln w="14288">
            <a:solidFill>
              <a:srgbClr val="C4BBAF">
                <a:alpha val="14000"/>
              </a:srgbClr>
            </a:solidFill>
            <a:prstDash val="solid"/>
          </a:ln>
          <a:effectLst>
            <a:outerShdw blurRad="685800" dist="266700" dir="5400000" algn="bl" rotWithShape="0">
              <a:srgbClr val="000000">
                <a:alpha val="65000"/>
              </a:srgbClr>
            </a:outerShdw>
          </a:effectLst>
        </p:spPr>
        <p:txBody>
          <a:bodyPr/>
          <a:lstStyle/>
          <a:p>
            <a:endParaRPr lang="fr-FR" noProof="1"/>
          </a:p>
        </p:txBody>
      </p:sp>
      <p:sp>
        <p:nvSpPr>
          <p:cNvPr id="34" name="Shape 32"/>
          <p:cNvSpPr/>
          <p:nvPr/>
        </p:nvSpPr>
        <p:spPr>
          <a:xfrm>
            <a:off x="8558808" y="3605213"/>
            <a:ext cx="838200" cy="247650"/>
          </a:xfrm>
          <a:prstGeom prst="roundRect">
            <a:avLst>
              <a:gd name="adj" fmla="val 50000"/>
            </a:avLst>
          </a:prstGeom>
          <a:solidFill>
            <a:srgbClr val="080604"/>
          </a:solidFill>
          <a:ln/>
        </p:spPr>
        <p:txBody>
          <a:bodyPr/>
          <a:lstStyle/>
          <a:p>
            <a:endParaRPr lang="fr-FR" noProof="1"/>
          </a:p>
        </p:txBody>
      </p:sp>
      <p:sp>
        <p:nvSpPr>
          <p:cNvPr id="35" name="Shape 33"/>
          <p:cNvSpPr/>
          <p:nvPr/>
        </p:nvSpPr>
        <p:spPr>
          <a:xfrm>
            <a:off x="7911108" y="3500438"/>
            <a:ext cx="2133600" cy="4248150"/>
          </a:xfrm>
          <a:prstGeom prst="roundRect">
            <a:avLst>
              <a:gd name="adj" fmla="val 18304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fr-FR" noProof="1"/>
          </a:p>
        </p:txBody>
      </p:sp>
      <p:sp>
        <p:nvSpPr>
          <p:cNvPr id="36" name="Shape 34"/>
          <p:cNvSpPr/>
          <p:nvPr/>
        </p:nvSpPr>
        <p:spPr>
          <a:xfrm>
            <a:off x="7911108" y="3500438"/>
            <a:ext cx="2133600" cy="13906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 noProof="1"/>
          </a:p>
        </p:txBody>
      </p:sp>
      <p:sp>
        <p:nvSpPr>
          <p:cNvPr id="37" name="Shape 35"/>
          <p:cNvSpPr/>
          <p:nvPr/>
        </p:nvSpPr>
        <p:spPr>
          <a:xfrm>
            <a:off x="7911108" y="4881563"/>
            <a:ext cx="2133600" cy="9525"/>
          </a:xfrm>
          <a:prstGeom prst="rect">
            <a:avLst/>
          </a:prstGeom>
          <a:solidFill>
            <a:srgbClr val="000000">
              <a:alpha val="6000"/>
            </a:srgbClr>
          </a:solidFill>
          <a:ln/>
        </p:spPr>
        <p:txBody>
          <a:bodyPr/>
          <a:lstStyle/>
          <a:p>
            <a:endParaRPr lang="fr-FR" noProof="1"/>
          </a:p>
        </p:txBody>
      </p:sp>
      <p:sp>
        <p:nvSpPr>
          <p:cNvPr id="38" name="Text 36"/>
          <p:cNvSpPr/>
          <p:nvPr/>
        </p:nvSpPr>
        <p:spPr>
          <a:xfrm>
            <a:off x="8044458" y="3919537"/>
            <a:ext cx="205359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fr-FR" sz="900" b="1" kern="0" spc="150" noProof="1">
                <a:solidFill>
                  <a:srgbClr val="C4BBA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VOL</a:t>
            </a:r>
            <a:endParaRPr lang="fr-FR" sz="900" noProof="1"/>
          </a:p>
        </p:txBody>
      </p:sp>
      <p:sp>
        <p:nvSpPr>
          <p:cNvPr id="39" name="Text 37"/>
          <p:cNvSpPr/>
          <p:nvPr/>
        </p:nvSpPr>
        <p:spPr>
          <a:xfrm>
            <a:off x="8044458" y="4110038"/>
            <a:ext cx="205359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fr-FR" sz="1350" b="1" noProof="1">
                <a:solidFill>
                  <a:srgbClr val="1C171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Paris → Barcelone</a:t>
            </a:r>
            <a:endParaRPr lang="fr-FR" sz="1350" noProof="1"/>
          </a:p>
        </p:txBody>
      </p:sp>
      <p:sp>
        <p:nvSpPr>
          <p:cNvPr id="40" name="Text 38"/>
          <p:cNvSpPr/>
          <p:nvPr/>
        </p:nvSpPr>
        <p:spPr>
          <a:xfrm>
            <a:off x="8044458" y="4414838"/>
            <a:ext cx="241995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fr-FR" sz="2100" b="1" noProof="1">
                <a:solidFill>
                  <a:srgbClr val="1C171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5</a:t>
            </a:r>
            <a:endParaRPr lang="fr-FR" sz="2100" noProof="1"/>
          </a:p>
        </p:txBody>
      </p:sp>
      <p:sp>
        <p:nvSpPr>
          <p:cNvPr id="41" name="Text 39"/>
          <p:cNvSpPr/>
          <p:nvPr/>
        </p:nvSpPr>
        <p:spPr>
          <a:xfrm>
            <a:off x="8238827" y="4510088"/>
            <a:ext cx="14347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fr-FR" sz="1350" noProof="1">
                <a:solidFill>
                  <a:srgbClr val="C4BBA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/</a:t>
            </a:r>
            <a:endParaRPr lang="fr-FR" sz="1350" noProof="1"/>
          </a:p>
        </p:txBody>
      </p:sp>
      <p:sp>
        <p:nvSpPr>
          <p:cNvPr id="42" name="Text 40"/>
          <p:cNvSpPr/>
          <p:nvPr/>
        </p:nvSpPr>
        <p:spPr>
          <a:xfrm>
            <a:off x="8334673" y="4510088"/>
            <a:ext cx="180529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fr-FR" sz="1350" noProof="1">
                <a:solidFill>
                  <a:srgbClr val="C4BBA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8</a:t>
            </a:r>
            <a:endParaRPr lang="fr-FR" sz="1350" noProof="1"/>
          </a:p>
        </p:txBody>
      </p:sp>
      <p:sp>
        <p:nvSpPr>
          <p:cNvPr id="43" name="Text 41"/>
          <p:cNvSpPr/>
          <p:nvPr/>
        </p:nvSpPr>
        <p:spPr>
          <a:xfrm>
            <a:off x="8496151" y="4519613"/>
            <a:ext cx="595461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fr-FR" sz="1275" noProof="1">
                <a:solidFill>
                  <a:srgbClr val="C4BBA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validés</a:t>
            </a:r>
            <a:endParaRPr lang="fr-FR" sz="1275" noProof="1"/>
          </a:p>
        </p:txBody>
      </p:sp>
      <p:sp>
        <p:nvSpPr>
          <p:cNvPr id="44" name="Shape 42"/>
          <p:cNvSpPr/>
          <p:nvPr/>
        </p:nvSpPr>
        <p:spPr>
          <a:xfrm>
            <a:off x="7911108" y="5500688"/>
            <a:ext cx="2133600" cy="9525"/>
          </a:xfrm>
          <a:prstGeom prst="rect">
            <a:avLst/>
          </a:prstGeom>
          <a:solidFill>
            <a:srgbClr val="000000">
              <a:alpha val="5000"/>
            </a:srgbClr>
          </a:solidFill>
          <a:ln/>
        </p:spPr>
        <p:txBody>
          <a:bodyPr/>
          <a:lstStyle/>
          <a:p>
            <a:endParaRPr lang="fr-FR" noProof="1"/>
          </a:p>
        </p:txBody>
      </p:sp>
      <p:sp>
        <p:nvSpPr>
          <p:cNvPr id="45" name="Shape 43"/>
          <p:cNvSpPr/>
          <p:nvPr/>
        </p:nvSpPr>
        <p:spPr>
          <a:xfrm>
            <a:off x="8044458" y="4995863"/>
            <a:ext cx="133350" cy="133350"/>
          </a:xfrm>
          <a:prstGeom prst="roundRect">
            <a:avLst>
              <a:gd name="adj" fmla="val 21429"/>
            </a:avLst>
          </a:prstGeom>
          <a:solidFill>
            <a:srgbClr val="1C1714"/>
          </a:solidFill>
          <a:ln/>
        </p:spPr>
        <p:txBody>
          <a:bodyPr/>
          <a:lstStyle/>
          <a:p>
            <a:endParaRPr lang="fr-FR" noProof="1"/>
          </a:p>
        </p:txBody>
      </p:sp>
      <p:sp>
        <p:nvSpPr>
          <p:cNvPr id="46" name="Text 44"/>
          <p:cNvSpPr/>
          <p:nvPr/>
        </p:nvSpPr>
        <p:spPr>
          <a:xfrm>
            <a:off x="8061573" y="5005388"/>
            <a:ext cx="175320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fr-FR" sz="900" noProof="1">
                <a:solidFill>
                  <a:srgbClr val="F5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fr-FR" sz="900" noProof="1"/>
          </a:p>
        </p:txBody>
      </p:sp>
      <p:sp>
        <p:nvSpPr>
          <p:cNvPr id="47" name="Text 45"/>
          <p:cNvSpPr/>
          <p:nvPr/>
        </p:nvSpPr>
        <p:spPr>
          <a:xfrm>
            <a:off x="8273058" y="4986338"/>
            <a:ext cx="17145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fr-FR" sz="1200" strike="sngStrike" noProof="1">
                <a:solidFill>
                  <a:srgbClr val="C4BBA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Billet confirmé (n° réservation)</a:t>
            </a:r>
            <a:endParaRPr lang="fr-FR" sz="1200" noProof="1"/>
          </a:p>
        </p:txBody>
      </p:sp>
      <p:sp>
        <p:nvSpPr>
          <p:cNvPr id="48" name="Shape 46"/>
          <p:cNvSpPr/>
          <p:nvPr/>
        </p:nvSpPr>
        <p:spPr>
          <a:xfrm>
            <a:off x="7911108" y="5910263"/>
            <a:ext cx="2133600" cy="9525"/>
          </a:xfrm>
          <a:prstGeom prst="rect">
            <a:avLst/>
          </a:prstGeom>
          <a:solidFill>
            <a:srgbClr val="000000">
              <a:alpha val="5000"/>
            </a:srgbClr>
          </a:solidFill>
          <a:ln/>
        </p:spPr>
        <p:txBody>
          <a:bodyPr/>
          <a:lstStyle/>
          <a:p>
            <a:endParaRPr lang="fr-FR" noProof="1"/>
          </a:p>
        </p:txBody>
      </p:sp>
      <p:sp>
        <p:nvSpPr>
          <p:cNvPr id="49" name="Shape 47"/>
          <p:cNvSpPr/>
          <p:nvPr/>
        </p:nvSpPr>
        <p:spPr>
          <a:xfrm>
            <a:off x="8044458" y="5614988"/>
            <a:ext cx="133350" cy="133350"/>
          </a:xfrm>
          <a:prstGeom prst="roundRect">
            <a:avLst>
              <a:gd name="adj" fmla="val 21429"/>
            </a:avLst>
          </a:prstGeom>
          <a:solidFill>
            <a:srgbClr val="1C1714"/>
          </a:solidFill>
          <a:ln/>
        </p:spPr>
        <p:txBody>
          <a:bodyPr/>
          <a:lstStyle/>
          <a:p>
            <a:endParaRPr lang="fr-FR" noProof="1"/>
          </a:p>
        </p:txBody>
      </p:sp>
      <p:sp>
        <p:nvSpPr>
          <p:cNvPr id="50" name="Text 48"/>
          <p:cNvSpPr/>
          <p:nvPr/>
        </p:nvSpPr>
        <p:spPr>
          <a:xfrm>
            <a:off x="8061573" y="5624513"/>
            <a:ext cx="175320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fr-FR" sz="900" noProof="1">
                <a:solidFill>
                  <a:srgbClr val="F5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fr-FR" sz="900" noProof="1"/>
          </a:p>
        </p:txBody>
      </p:sp>
      <p:sp>
        <p:nvSpPr>
          <p:cNvPr id="51" name="Text 49"/>
          <p:cNvSpPr/>
          <p:nvPr/>
        </p:nvSpPr>
        <p:spPr>
          <a:xfrm>
            <a:off x="8273058" y="5605463"/>
            <a:ext cx="1658064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fr-FR" sz="1200" strike="sngStrike" noProof="1">
                <a:solidFill>
                  <a:srgbClr val="C4BBA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Check-in en ligne fait</a:t>
            </a:r>
            <a:endParaRPr lang="fr-FR" sz="1200" noProof="1"/>
          </a:p>
        </p:txBody>
      </p:sp>
      <p:sp>
        <p:nvSpPr>
          <p:cNvPr id="52" name="Shape 50"/>
          <p:cNvSpPr/>
          <p:nvPr/>
        </p:nvSpPr>
        <p:spPr>
          <a:xfrm>
            <a:off x="7911108" y="6529388"/>
            <a:ext cx="2133600" cy="9525"/>
          </a:xfrm>
          <a:prstGeom prst="rect">
            <a:avLst/>
          </a:prstGeom>
          <a:solidFill>
            <a:srgbClr val="000000">
              <a:alpha val="5000"/>
            </a:srgbClr>
          </a:solidFill>
          <a:ln/>
        </p:spPr>
        <p:txBody>
          <a:bodyPr/>
          <a:lstStyle/>
          <a:p>
            <a:endParaRPr lang="fr-FR" noProof="1"/>
          </a:p>
        </p:txBody>
      </p:sp>
      <p:sp>
        <p:nvSpPr>
          <p:cNvPr id="53" name="Shape 51"/>
          <p:cNvSpPr/>
          <p:nvPr/>
        </p:nvSpPr>
        <p:spPr>
          <a:xfrm>
            <a:off x="8044458" y="6024563"/>
            <a:ext cx="161925" cy="161925"/>
          </a:xfrm>
          <a:prstGeom prst="roundRect">
            <a:avLst>
              <a:gd name="adj" fmla="val 17647"/>
            </a:avLst>
          </a:prstGeom>
          <a:ln w="14288">
            <a:solidFill>
              <a:srgbClr val="000000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fr-FR" noProof="1"/>
          </a:p>
        </p:txBody>
      </p:sp>
      <p:sp>
        <p:nvSpPr>
          <p:cNvPr id="54" name="Text 52"/>
          <p:cNvSpPr/>
          <p:nvPr/>
        </p:nvSpPr>
        <p:spPr>
          <a:xfrm>
            <a:off x="8301633" y="6015038"/>
            <a:ext cx="1685925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fr-FR" sz="1200" noProof="1">
                <a:solidFill>
                  <a:srgbClr val="1C171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Visas &amp; autorisations vérifiés</a:t>
            </a:r>
            <a:endParaRPr lang="fr-FR" sz="1200" noProof="1"/>
          </a:p>
        </p:txBody>
      </p:sp>
      <p:sp>
        <p:nvSpPr>
          <p:cNvPr id="55" name="Shape 53"/>
          <p:cNvSpPr/>
          <p:nvPr/>
        </p:nvSpPr>
        <p:spPr>
          <a:xfrm>
            <a:off x="7911108" y="7148513"/>
            <a:ext cx="2133600" cy="9525"/>
          </a:xfrm>
          <a:prstGeom prst="rect">
            <a:avLst/>
          </a:prstGeom>
          <a:solidFill>
            <a:srgbClr val="000000">
              <a:alpha val="5000"/>
            </a:srgbClr>
          </a:solidFill>
          <a:ln/>
        </p:spPr>
        <p:txBody>
          <a:bodyPr/>
          <a:lstStyle/>
          <a:p>
            <a:endParaRPr lang="fr-FR" noProof="1"/>
          </a:p>
        </p:txBody>
      </p:sp>
      <p:sp>
        <p:nvSpPr>
          <p:cNvPr id="56" name="Shape 54"/>
          <p:cNvSpPr/>
          <p:nvPr/>
        </p:nvSpPr>
        <p:spPr>
          <a:xfrm>
            <a:off x="8044458" y="6643688"/>
            <a:ext cx="161925" cy="161925"/>
          </a:xfrm>
          <a:prstGeom prst="roundRect">
            <a:avLst>
              <a:gd name="adj" fmla="val 17647"/>
            </a:avLst>
          </a:prstGeom>
          <a:ln w="14288">
            <a:solidFill>
              <a:srgbClr val="000000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fr-FR" noProof="1"/>
          </a:p>
        </p:txBody>
      </p:sp>
      <p:sp>
        <p:nvSpPr>
          <p:cNvPr id="57" name="Text 55"/>
          <p:cNvSpPr/>
          <p:nvPr/>
        </p:nvSpPr>
        <p:spPr>
          <a:xfrm>
            <a:off x="8301633" y="6634163"/>
            <a:ext cx="1685925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fr-FR" sz="1200" noProof="1">
                <a:solidFill>
                  <a:srgbClr val="1C171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Autorisation sortie du territoire</a:t>
            </a:r>
            <a:endParaRPr lang="fr-FR" sz="1200" noProof="1"/>
          </a:p>
        </p:txBody>
      </p:sp>
      <p:sp>
        <p:nvSpPr>
          <p:cNvPr id="58" name="Shape 56"/>
          <p:cNvSpPr/>
          <p:nvPr/>
        </p:nvSpPr>
        <p:spPr>
          <a:xfrm>
            <a:off x="8044458" y="7262813"/>
            <a:ext cx="161925" cy="161925"/>
          </a:xfrm>
          <a:prstGeom prst="roundRect">
            <a:avLst>
              <a:gd name="adj" fmla="val 17647"/>
            </a:avLst>
          </a:prstGeom>
          <a:ln w="14288">
            <a:solidFill>
              <a:srgbClr val="000000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fr-FR" noProof="1"/>
          </a:p>
        </p:txBody>
      </p:sp>
      <p:sp>
        <p:nvSpPr>
          <p:cNvPr id="59" name="Text 57"/>
          <p:cNvSpPr/>
          <p:nvPr/>
        </p:nvSpPr>
        <p:spPr>
          <a:xfrm>
            <a:off x="8301633" y="7253288"/>
            <a:ext cx="1685925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fr-FR" sz="1200" noProof="1">
                <a:solidFill>
                  <a:srgbClr val="1C171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Heure de présentation aéroport</a:t>
            </a:r>
            <a:endParaRPr lang="fr-FR" sz="1200" noProof="1"/>
          </a:p>
        </p:txBody>
      </p:sp>
      <p:sp>
        <p:nvSpPr>
          <p:cNvPr id="60" name="Text 58"/>
          <p:cNvSpPr/>
          <p:nvPr/>
        </p:nvSpPr>
        <p:spPr>
          <a:xfrm>
            <a:off x="7967982" y="7953375"/>
            <a:ext cx="2019702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fr-FR" sz="1275" kern="0" spc="150" noProof="1">
                <a:solidFill>
                  <a:srgbClr val="F5F0E8">
                    <a:alpha val="40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CHECKLIST</a:t>
            </a:r>
            <a:endParaRPr lang="fr-FR" sz="1275" noProof="1"/>
          </a:p>
        </p:txBody>
      </p:sp>
      <p:sp>
        <p:nvSpPr>
          <p:cNvPr id="61" name="Text 59"/>
          <p:cNvSpPr/>
          <p:nvPr/>
        </p:nvSpPr>
        <p:spPr>
          <a:xfrm>
            <a:off x="7967982" y="8201025"/>
            <a:ext cx="2019702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fr-FR" sz="1350" noProof="1">
                <a:solidFill>
                  <a:srgbClr val="F5F0E8">
                    <a:alpha val="22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Auto-générée, éditable</a:t>
            </a:r>
            <a:endParaRPr lang="fr-FR" sz="1350" noProof="1"/>
          </a:p>
        </p:txBody>
      </p:sp>
      <p:sp>
        <p:nvSpPr>
          <p:cNvPr id="62" name="Shape 60"/>
          <p:cNvSpPr/>
          <p:nvPr/>
        </p:nvSpPr>
        <p:spPr>
          <a:xfrm>
            <a:off x="10834688" y="3486150"/>
            <a:ext cx="2162175" cy="4276725"/>
          </a:xfrm>
          <a:prstGeom prst="roundRect">
            <a:avLst>
              <a:gd name="adj" fmla="val 18502"/>
            </a:avLst>
          </a:prstGeom>
          <a:solidFill>
            <a:srgbClr val="111111"/>
          </a:solidFill>
          <a:ln w="14288">
            <a:solidFill>
              <a:srgbClr val="C4BBAF">
                <a:alpha val="14000"/>
              </a:srgbClr>
            </a:solidFill>
            <a:prstDash val="solid"/>
          </a:ln>
          <a:effectLst>
            <a:outerShdw blurRad="685800" dist="266700" dir="5400000" algn="bl" rotWithShape="0">
              <a:srgbClr val="000000">
                <a:alpha val="65000"/>
              </a:srgbClr>
            </a:outerShdw>
          </a:effectLst>
        </p:spPr>
        <p:txBody>
          <a:bodyPr/>
          <a:lstStyle/>
          <a:p>
            <a:endParaRPr lang="fr-FR" noProof="1"/>
          </a:p>
        </p:txBody>
      </p:sp>
      <p:sp>
        <p:nvSpPr>
          <p:cNvPr id="63" name="Shape 61"/>
          <p:cNvSpPr/>
          <p:nvPr/>
        </p:nvSpPr>
        <p:spPr>
          <a:xfrm>
            <a:off x="11496675" y="3605213"/>
            <a:ext cx="838200" cy="247650"/>
          </a:xfrm>
          <a:prstGeom prst="roundRect">
            <a:avLst>
              <a:gd name="adj" fmla="val 50000"/>
            </a:avLst>
          </a:prstGeom>
          <a:solidFill>
            <a:srgbClr val="080604"/>
          </a:solidFill>
          <a:ln/>
        </p:spPr>
        <p:txBody>
          <a:bodyPr/>
          <a:lstStyle/>
          <a:p>
            <a:endParaRPr lang="fr-FR" noProof="1"/>
          </a:p>
        </p:txBody>
      </p:sp>
      <p:sp>
        <p:nvSpPr>
          <p:cNvPr id="64" name="Shape 62"/>
          <p:cNvSpPr/>
          <p:nvPr/>
        </p:nvSpPr>
        <p:spPr>
          <a:xfrm>
            <a:off x="10848975" y="3500438"/>
            <a:ext cx="2133600" cy="4248150"/>
          </a:xfrm>
          <a:prstGeom prst="roundRect">
            <a:avLst>
              <a:gd name="adj" fmla="val 18304"/>
            </a:avLst>
          </a:prstGeom>
          <a:solidFill>
            <a:srgbClr val="F0EBE1"/>
          </a:solidFill>
          <a:ln/>
        </p:spPr>
        <p:txBody>
          <a:bodyPr/>
          <a:lstStyle/>
          <a:p>
            <a:endParaRPr lang="fr-FR" noProof="1"/>
          </a:p>
        </p:txBody>
      </p:sp>
      <p:sp>
        <p:nvSpPr>
          <p:cNvPr id="65" name="Shape 63"/>
          <p:cNvSpPr/>
          <p:nvPr/>
        </p:nvSpPr>
        <p:spPr>
          <a:xfrm>
            <a:off x="10848975" y="3500438"/>
            <a:ext cx="2133600" cy="1352550"/>
          </a:xfrm>
          <a:prstGeom prst="rect">
            <a:avLst/>
          </a:prstGeom>
          <a:solidFill>
            <a:srgbClr val="1C1714"/>
          </a:solidFill>
          <a:ln/>
        </p:spPr>
        <p:txBody>
          <a:bodyPr/>
          <a:lstStyle/>
          <a:p>
            <a:endParaRPr lang="fr-FR" noProof="1"/>
          </a:p>
        </p:txBody>
      </p:sp>
      <p:sp>
        <p:nvSpPr>
          <p:cNvPr id="66" name="Text 64"/>
          <p:cNvSpPr/>
          <p:nvPr/>
        </p:nvSpPr>
        <p:spPr>
          <a:xfrm>
            <a:off x="10982325" y="3919537"/>
            <a:ext cx="205359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fr-FR" sz="825" b="1" kern="0" spc="150" noProof="1">
                <a:solidFill>
                  <a:srgbClr val="F5F0E8">
                    <a:alpha val="32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PARTAGÉ PAR MARIE</a:t>
            </a:r>
            <a:endParaRPr lang="fr-FR" sz="825" noProof="1"/>
          </a:p>
        </p:txBody>
      </p:sp>
      <p:sp>
        <p:nvSpPr>
          <p:cNvPr id="67" name="Text 65"/>
          <p:cNvSpPr/>
          <p:nvPr/>
        </p:nvSpPr>
        <p:spPr>
          <a:xfrm>
            <a:off x="10982325" y="4110038"/>
            <a:ext cx="205359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fr-FR" sz="2850" i="1" noProof="1">
                <a:solidFill>
                  <a:srgbClr val="F5F0E8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Barcelone</a:t>
            </a:r>
            <a:endParaRPr lang="fr-FR" sz="2850" noProof="1"/>
          </a:p>
        </p:txBody>
      </p:sp>
      <p:sp>
        <p:nvSpPr>
          <p:cNvPr id="68" name="Text 66"/>
          <p:cNvSpPr/>
          <p:nvPr/>
        </p:nvSpPr>
        <p:spPr>
          <a:xfrm>
            <a:off x="10982325" y="4510088"/>
            <a:ext cx="205359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fr-FR" sz="1050" noProof="1">
                <a:solidFill>
                  <a:srgbClr val="F5F0E8">
                    <a:alpha val="32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14 → 21 juillet 2026</a:t>
            </a:r>
            <a:endParaRPr lang="fr-FR" sz="1050" noProof="1"/>
          </a:p>
        </p:txBody>
      </p:sp>
      <p:sp>
        <p:nvSpPr>
          <p:cNvPr id="69" name="Shape 67"/>
          <p:cNvSpPr/>
          <p:nvPr/>
        </p:nvSpPr>
        <p:spPr>
          <a:xfrm>
            <a:off x="10848975" y="4852988"/>
            <a:ext cx="2133600" cy="6858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 noProof="1"/>
          </a:p>
        </p:txBody>
      </p:sp>
      <p:sp>
        <p:nvSpPr>
          <p:cNvPr id="70" name="Shape 68"/>
          <p:cNvSpPr/>
          <p:nvPr/>
        </p:nvSpPr>
        <p:spPr>
          <a:xfrm>
            <a:off x="10848975" y="5529263"/>
            <a:ext cx="2133600" cy="9525"/>
          </a:xfrm>
          <a:prstGeom prst="rect">
            <a:avLst/>
          </a:prstGeom>
          <a:solidFill>
            <a:srgbClr val="000000">
              <a:alpha val="6000"/>
            </a:srgbClr>
          </a:solidFill>
          <a:ln/>
        </p:spPr>
        <p:txBody>
          <a:bodyPr/>
          <a:lstStyle/>
          <a:p>
            <a:endParaRPr lang="fr-FR" noProof="1"/>
          </a:p>
        </p:txBody>
      </p:sp>
      <p:sp>
        <p:nvSpPr>
          <p:cNvPr id="71" name="Text 69"/>
          <p:cNvSpPr/>
          <p:nvPr/>
        </p:nvSpPr>
        <p:spPr>
          <a:xfrm>
            <a:off x="10982325" y="4967288"/>
            <a:ext cx="381298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fr-FR" sz="2250" b="1" noProof="1">
                <a:solidFill>
                  <a:srgbClr val="1C171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10</a:t>
            </a:r>
            <a:endParaRPr lang="fr-FR" sz="2250" noProof="1"/>
          </a:p>
        </p:txBody>
      </p:sp>
      <p:sp>
        <p:nvSpPr>
          <p:cNvPr id="72" name="Text 70"/>
          <p:cNvSpPr/>
          <p:nvPr/>
        </p:nvSpPr>
        <p:spPr>
          <a:xfrm>
            <a:off x="11315998" y="5024438"/>
            <a:ext cx="550813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fr-FR" sz="1800" noProof="1">
                <a:solidFill>
                  <a:srgbClr val="C4BBA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/ 22</a:t>
            </a:r>
            <a:endParaRPr lang="fr-FR" sz="1800" noProof="1"/>
          </a:p>
        </p:txBody>
      </p:sp>
      <p:sp>
        <p:nvSpPr>
          <p:cNvPr id="73" name="Shape 71"/>
          <p:cNvSpPr/>
          <p:nvPr/>
        </p:nvSpPr>
        <p:spPr>
          <a:xfrm>
            <a:off x="10982325" y="5395913"/>
            <a:ext cx="1866900" cy="19050"/>
          </a:xfrm>
          <a:prstGeom prst="roundRect">
            <a:avLst>
              <a:gd name="adj" fmla="val 50000"/>
            </a:avLst>
          </a:prstGeom>
          <a:solidFill>
            <a:srgbClr val="000000">
              <a:alpha val="7000"/>
            </a:srgbClr>
          </a:solidFill>
          <a:ln/>
        </p:spPr>
        <p:txBody>
          <a:bodyPr/>
          <a:lstStyle/>
          <a:p>
            <a:endParaRPr lang="fr-FR" noProof="1"/>
          </a:p>
        </p:txBody>
      </p:sp>
      <p:sp>
        <p:nvSpPr>
          <p:cNvPr id="74" name="Shape 72"/>
          <p:cNvSpPr/>
          <p:nvPr/>
        </p:nvSpPr>
        <p:spPr>
          <a:xfrm>
            <a:off x="10982325" y="5395913"/>
            <a:ext cx="839986" cy="19050"/>
          </a:xfrm>
          <a:prstGeom prst="rect">
            <a:avLst/>
          </a:prstGeom>
          <a:solidFill>
            <a:srgbClr val="1C1714"/>
          </a:solidFill>
          <a:ln/>
        </p:spPr>
        <p:txBody>
          <a:bodyPr/>
          <a:lstStyle/>
          <a:p>
            <a:endParaRPr lang="fr-FR" noProof="1"/>
          </a:p>
        </p:txBody>
      </p:sp>
      <p:sp>
        <p:nvSpPr>
          <p:cNvPr id="75" name="Shape 73"/>
          <p:cNvSpPr/>
          <p:nvPr/>
        </p:nvSpPr>
        <p:spPr>
          <a:xfrm>
            <a:off x="10848975" y="5538788"/>
            <a:ext cx="2133600" cy="13144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 noProof="1"/>
          </a:p>
        </p:txBody>
      </p:sp>
      <p:sp>
        <p:nvSpPr>
          <p:cNvPr id="76" name="Shape 74"/>
          <p:cNvSpPr/>
          <p:nvPr/>
        </p:nvSpPr>
        <p:spPr>
          <a:xfrm>
            <a:off x="10848975" y="5538788"/>
            <a:ext cx="2133600" cy="266700"/>
          </a:xfrm>
          <a:prstGeom prst="rect">
            <a:avLst/>
          </a:prstGeom>
          <a:solidFill>
            <a:srgbClr val="000000">
              <a:alpha val="2000"/>
            </a:srgbClr>
          </a:solidFill>
          <a:ln/>
        </p:spPr>
        <p:txBody>
          <a:bodyPr/>
          <a:lstStyle/>
          <a:p>
            <a:endParaRPr lang="fr-FR" noProof="1"/>
          </a:p>
        </p:txBody>
      </p:sp>
      <p:sp>
        <p:nvSpPr>
          <p:cNvPr id="77" name="Text 75"/>
          <p:cNvSpPr/>
          <p:nvPr/>
        </p:nvSpPr>
        <p:spPr>
          <a:xfrm>
            <a:off x="10982325" y="5605463"/>
            <a:ext cx="205359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fr-FR" sz="825" b="1" kern="0" spc="113" noProof="1">
                <a:solidFill>
                  <a:srgbClr val="C4BBA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VOL</a:t>
            </a:r>
            <a:endParaRPr lang="fr-FR" sz="825" noProof="1"/>
          </a:p>
        </p:txBody>
      </p:sp>
      <p:sp>
        <p:nvSpPr>
          <p:cNvPr id="78" name="Shape 76"/>
          <p:cNvSpPr/>
          <p:nvPr/>
        </p:nvSpPr>
        <p:spPr>
          <a:xfrm>
            <a:off x="10848975" y="6148388"/>
            <a:ext cx="2133600" cy="9525"/>
          </a:xfrm>
          <a:prstGeom prst="rect">
            <a:avLst/>
          </a:prstGeom>
          <a:solidFill>
            <a:srgbClr val="000000">
              <a:alpha val="5000"/>
            </a:srgbClr>
          </a:solidFill>
          <a:ln/>
        </p:spPr>
        <p:txBody>
          <a:bodyPr/>
          <a:lstStyle/>
          <a:p>
            <a:endParaRPr lang="fr-FR" noProof="1"/>
          </a:p>
        </p:txBody>
      </p:sp>
      <p:sp>
        <p:nvSpPr>
          <p:cNvPr id="79" name="Shape 77"/>
          <p:cNvSpPr/>
          <p:nvPr/>
        </p:nvSpPr>
        <p:spPr>
          <a:xfrm>
            <a:off x="10982325" y="5910263"/>
            <a:ext cx="133350" cy="133350"/>
          </a:xfrm>
          <a:prstGeom prst="roundRect">
            <a:avLst>
              <a:gd name="adj" fmla="val 21429"/>
            </a:avLst>
          </a:prstGeom>
          <a:solidFill>
            <a:srgbClr val="1C1714"/>
          </a:solidFill>
          <a:ln/>
        </p:spPr>
        <p:txBody>
          <a:bodyPr/>
          <a:lstStyle/>
          <a:p>
            <a:endParaRPr lang="fr-FR" noProof="1"/>
          </a:p>
        </p:txBody>
      </p:sp>
      <p:sp>
        <p:nvSpPr>
          <p:cNvPr id="80" name="Text 78"/>
          <p:cNvSpPr/>
          <p:nvPr/>
        </p:nvSpPr>
        <p:spPr>
          <a:xfrm>
            <a:off x="10999440" y="5919788"/>
            <a:ext cx="175320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fr-FR" sz="900" noProof="1">
                <a:solidFill>
                  <a:srgbClr val="F5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fr-FR" sz="900" noProof="1"/>
          </a:p>
        </p:txBody>
      </p:sp>
      <p:sp>
        <p:nvSpPr>
          <p:cNvPr id="81" name="Text 79"/>
          <p:cNvSpPr/>
          <p:nvPr/>
        </p:nvSpPr>
        <p:spPr>
          <a:xfrm>
            <a:off x="11210925" y="5891213"/>
            <a:ext cx="1094184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fr-FR" sz="1050" strike="sngStrike" noProof="1">
                <a:solidFill>
                  <a:srgbClr val="C4BBA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Billets confirmés</a:t>
            </a:r>
            <a:endParaRPr lang="fr-FR" sz="1050" noProof="1"/>
          </a:p>
        </p:txBody>
      </p:sp>
      <p:sp>
        <p:nvSpPr>
          <p:cNvPr id="82" name="Shape 80"/>
          <p:cNvSpPr/>
          <p:nvPr/>
        </p:nvSpPr>
        <p:spPr>
          <a:xfrm>
            <a:off x="10848975" y="6500813"/>
            <a:ext cx="2133600" cy="9525"/>
          </a:xfrm>
          <a:prstGeom prst="rect">
            <a:avLst/>
          </a:prstGeom>
          <a:solidFill>
            <a:srgbClr val="000000">
              <a:alpha val="5000"/>
            </a:srgbClr>
          </a:solidFill>
          <a:ln/>
        </p:spPr>
        <p:txBody>
          <a:bodyPr/>
          <a:lstStyle/>
          <a:p>
            <a:endParaRPr lang="fr-FR" noProof="1"/>
          </a:p>
        </p:txBody>
      </p:sp>
      <p:sp>
        <p:nvSpPr>
          <p:cNvPr id="83" name="Shape 81"/>
          <p:cNvSpPr/>
          <p:nvPr/>
        </p:nvSpPr>
        <p:spPr>
          <a:xfrm>
            <a:off x="10982325" y="6248400"/>
            <a:ext cx="161925" cy="161925"/>
          </a:xfrm>
          <a:prstGeom prst="roundRect">
            <a:avLst>
              <a:gd name="adj" fmla="val 17647"/>
            </a:avLst>
          </a:prstGeom>
          <a:ln w="14288">
            <a:solidFill>
              <a:srgbClr val="000000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fr-FR" noProof="1"/>
          </a:p>
        </p:txBody>
      </p:sp>
      <p:sp>
        <p:nvSpPr>
          <p:cNvPr id="84" name="Text 82"/>
          <p:cNvSpPr/>
          <p:nvPr/>
        </p:nvSpPr>
        <p:spPr>
          <a:xfrm>
            <a:off x="11239500" y="6243638"/>
            <a:ext cx="1160115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fr-FR" sz="1050" noProof="1">
                <a:solidFill>
                  <a:srgbClr val="1C171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Check-in en ligne</a:t>
            </a:r>
            <a:endParaRPr lang="fr-FR" sz="1050" noProof="1"/>
          </a:p>
        </p:txBody>
      </p:sp>
      <p:sp>
        <p:nvSpPr>
          <p:cNvPr id="85" name="Shape 83"/>
          <p:cNvSpPr/>
          <p:nvPr/>
        </p:nvSpPr>
        <p:spPr>
          <a:xfrm>
            <a:off x="10982325" y="6600825"/>
            <a:ext cx="161925" cy="161925"/>
          </a:xfrm>
          <a:prstGeom prst="roundRect">
            <a:avLst>
              <a:gd name="adj" fmla="val 17647"/>
            </a:avLst>
          </a:prstGeom>
          <a:ln w="14288">
            <a:solidFill>
              <a:srgbClr val="000000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fr-FR" noProof="1"/>
          </a:p>
        </p:txBody>
      </p:sp>
      <p:sp>
        <p:nvSpPr>
          <p:cNvPr id="86" name="Text 84"/>
          <p:cNvSpPr/>
          <p:nvPr/>
        </p:nvSpPr>
        <p:spPr>
          <a:xfrm>
            <a:off x="11239500" y="6596063"/>
            <a:ext cx="1435418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fr-FR" sz="1050" noProof="1">
                <a:solidFill>
                  <a:srgbClr val="1C171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Heure aéroport calée</a:t>
            </a:r>
            <a:endParaRPr lang="fr-FR" sz="1050" noProof="1"/>
          </a:p>
        </p:txBody>
      </p:sp>
      <p:sp>
        <p:nvSpPr>
          <p:cNvPr id="87" name="Shape 85"/>
          <p:cNvSpPr/>
          <p:nvPr/>
        </p:nvSpPr>
        <p:spPr>
          <a:xfrm>
            <a:off x="10848975" y="7319963"/>
            <a:ext cx="2133600" cy="428625"/>
          </a:xfrm>
          <a:prstGeom prst="rect">
            <a:avLst/>
          </a:prstGeom>
          <a:solidFill>
            <a:srgbClr val="F0EBE1"/>
          </a:solidFill>
          <a:ln/>
        </p:spPr>
        <p:txBody>
          <a:bodyPr/>
          <a:lstStyle/>
          <a:p>
            <a:endParaRPr lang="fr-FR" noProof="1"/>
          </a:p>
        </p:txBody>
      </p:sp>
      <p:sp>
        <p:nvSpPr>
          <p:cNvPr id="88" name="Shape 86"/>
          <p:cNvSpPr/>
          <p:nvPr/>
        </p:nvSpPr>
        <p:spPr>
          <a:xfrm>
            <a:off x="10848975" y="7319963"/>
            <a:ext cx="2133600" cy="9525"/>
          </a:xfrm>
          <a:prstGeom prst="rect">
            <a:avLst/>
          </a:prstGeom>
          <a:solidFill>
            <a:srgbClr val="000000">
              <a:alpha val="6000"/>
            </a:srgbClr>
          </a:solidFill>
          <a:ln/>
        </p:spPr>
        <p:txBody>
          <a:bodyPr/>
          <a:lstStyle/>
          <a:p>
            <a:endParaRPr lang="fr-FR" noProof="1"/>
          </a:p>
        </p:txBody>
      </p:sp>
      <p:sp>
        <p:nvSpPr>
          <p:cNvPr id="89" name="Text 87"/>
          <p:cNvSpPr/>
          <p:nvPr/>
        </p:nvSpPr>
        <p:spPr>
          <a:xfrm>
            <a:off x="10944225" y="7405688"/>
            <a:ext cx="19431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fr-FR" sz="825" kern="0" spc="38" noProof="1">
                <a:solidFill>
                  <a:srgbClr val="C4BBA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Allset · synchronisé en temps réel avec Marie</a:t>
            </a:r>
            <a:endParaRPr lang="fr-FR" sz="825" noProof="1"/>
          </a:p>
        </p:txBody>
      </p:sp>
      <p:sp>
        <p:nvSpPr>
          <p:cNvPr id="90" name="Text 88"/>
          <p:cNvSpPr/>
          <p:nvPr/>
        </p:nvSpPr>
        <p:spPr>
          <a:xfrm>
            <a:off x="10543877" y="7953375"/>
            <a:ext cx="2743795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fr-FR" sz="1275" kern="0" spc="150" noProof="1">
                <a:solidFill>
                  <a:srgbClr val="F5F0E8">
                    <a:alpha val="40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VUE PARTENAIRE</a:t>
            </a:r>
            <a:endParaRPr lang="fr-FR" sz="1275" noProof="1"/>
          </a:p>
        </p:txBody>
      </p:sp>
      <p:sp>
        <p:nvSpPr>
          <p:cNvPr id="91" name="Text 89"/>
          <p:cNvSpPr/>
          <p:nvPr/>
        </p:nvSpPr>
        <p:spPr>
          <a:xfrm>
            <a:off x="10543877" y="8201025"/>
            <a:ext cx="274379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fr-FR" sz="1350" noProof="1">
                <a:solidFill>
                  <a:srgbClr val="F5F0E8">
                    <a:alpha val="22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Lien web · sans téléchargement</a:t>
            </a:r>
            <a:endParaRPr lang="fr-FR" sz="1350" noProof="1"/>
          </a:p>
        </p:txBody>
      </p:sp>
      <p:sp>
        <p:nvSpPr>
          <p:cNvPr id="92" name="Shape 90"/>
          <p:cNvSpPr/>
          <p:nvPr/>
        </p:nvSpPr>
        <p:spPr>
          <a:xfrm>
            <a:off x="1143000" y="9315450"/>
            <a:ext cx="16002000" cy="9525"/>
          </a:xfrm>
          <a:prstGeom prst="rect">
            <a:avLst/>
          </a:prstGeom>
          <a:solidFill>
            <a:srgbClr val="C4BBAF">
              <a:alpha val="10000"/>
            </a:srgbClr>
          </a:solidFill>
          <a:ln/>
        </p:spPr>
        <p:txBody>
          <a:bodyPr/>
          <a:lstStyle/>
          <a:p>
            <a:endParaRPr lang="fr-FR" noProof="1"/>
          </a:p>
        </p:txBody>
      </p:sp>
      <p:sp>
        <p:nvSpPr>
          <p:cNvPr id="93" name="Text 91"/>
          <p:cNvSpPr/>
          <p:nvPr/>
        </p:nvSpPr>
        <p:spPr>
          <a:xfrm>
            <a:off x="1143000" y="9515475"/>
            <a:ext cx="736402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fr-FR" sz="1200" kern="0" spc="188" noProof="1">
                <a:solidFill>
                  <a:srgbClr val="F5F0E8">
                    <a:alpha val="18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ALLSET</a:t>
            </a:r>
            <a:endParaRPr lang="fr-FR" sz="1200" noProof="1"/>
          </a:p>
        </p:txBody>
      </p:sp>
      <p:sp>
        <p:nvSpPr>
          <p:cNvPr id="94" name="Text 92"/>
          <p:cNvSpPr/>
          <p:nvPr/>
        </p:nvSpPr>
        <p:spPr>
          <a:xfrm>
            <a:off x="16741676" y="9515475"/>
            <a:ext cx="479524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fr-FR" sz="1200" noProof="1">
                <a:solidFill>
                  <a:srgbClr val="F5F0E8">
                    <a:alpha val="13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08 · 11</a:t>
            </a:r>
            <a:endParaRPr lang="fr-FR" sz="1200" noProof="1"/>
          </a:p>
        </p:txBody>
      </p:sp>
      <p:sp>
        <p:nvSpPr>
          <p:cNvPr id="95" name="Text 3">
            <a:extLst>
              <a:ext uri="{FF2B5EF4-FFF2-40B4-BE49-F238E27FC236}">
                <a16:creationId xmlns:a16="http://schemas.microsoft.com/office/drawing/2014/main" id="{8635F18D-138A-DEF0-71D0-6AE946EE6FE3}"/>
              </a:ext>
            </a:extLst>
          </p:cNvPr>
          <p:cNvSpPr/>
          <p:nvPr/>
        </p:nvSpPr>
        <p:spPr>
          <a:xfrm>
            <a:off x="15801475" y="800100"/>
            <a:ext cx="1844842" cy="6667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fr-FR" sz="1800" kern="0" spc="300" noProof="1">
                <a:solidFill>
                  <a:srgbClr val="F5F0E8">
                    <a:alpha val="18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INTERFACE</a:t>
            </a:r>
            <a:endParaRPr lang="fr-FR" sz="1800" noProof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823</TotalTime>
  <Words>1187</Words>
  <Application>Microsoft Macintosh PowerPoint</Application>
  <PresentationFormat>Personnalisé</PresentationFormat>
  <Paragraphs>240</Paragraphs>
  <Slides>11</Slides>
  <Notes>11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11</vt:i4>
      </vt:variant>
    </vt:vector>
  </HeadingPairs>
  <TitlesOfParts>
    <vt:vector size="17" baseType="lpstr">
      <vt:lpstr>Aptos</vt:lpstr>
      <vt:lpstr>Arial</vt:lpstr>
      <vt:lpstr>Calibri</vt:lpstr>
      <vt:lpstr>Cormorant Garamond</vt:lpstr>
      <vt:lpstr>DM Sans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Ando RAKOTOARIMANANA</cp:lastModifiedBy>
  <cp:revision>15</cp:revision>
  <dcterms:created xsi:type="dcterms:W3CDTF">2026-06-22T09:46:36Z</dcterms:created>
  <dcterms:modified xsi:type="dcterms:W3CDTF">2026-06-26T04:43:09Z</dcterms:modified>
</cp:coreProperties>
</file>